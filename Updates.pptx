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8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5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E476EE-9138-4985-8B4F-A9C1CFC5B926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D66320-C7CA-44AB-9CA1-1697F96BD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053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n 22" descr="Un árbol en un parque&#10;&#10;Descripción generada automáticamente con confianza media">
            <a:extLst>
              <a:ext uri="{FF2B5EF4-FFF2-40B4-BE49-F238E27FC236}">
                <a16:creationId xmlns:a16="http://schemas.microsoft.com/office/drawing/2014/main" id="{894FBB0B-12E5-CC93-F7E1-81910D5FF2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" b="23453"/>
          <a:stretch/>
        </p:blipFill>
        <p:spPr>
          <a:xfrm>
            <a:off x="307649" y="1397894"/>
            <a:ext cx="11477001" cy="5271219"/>
          </a:xfrm>
          <a:prstGeom prst="rect">
            <a:avLst/>
          </a:prstGeom>
        </p:spPr>
      </p:pic>
      <p:sp>
        <p:nvSpPr>
          <p:cNvPr id="24" name="Rectángulo 23">
            <a:extLst>
              <a:ext uri="{FF2B5EF4-FFF2-40B4-BE49-F238E27FC236}">
                <a16:creationId xmlns:a16="http://schemas.microsoft.com/office/drawing/2014/main" id="{E6AF2A54-097C-ED10-9E6E-4CAF7D6D2BF6}"/>
              </a:ext>
            </a:extLst>
          </p:cNvPr>
          <p:cNvSpPr/>
          <p:nvPr userDrawn="1"/>
        </p:nvSpPr>
        <p:spPr>
          <a:xfrm>
            <a:off x="307649" y="290558"/>
            <a:ext cx="11477001" cy="6401486"/>
          </a:xfrm>
          <a:prstGeom prst="rect">
            <a:avLst/>
          </a:prstGeom>
          <a:noFill/>
          <a:ln w="57150">
            <a:solidFill>
              <a:schemeClr val="tx2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79DD3F7-C76E-7ACD-FDE3-C50CD020A3D9}"/>
              </a:ext>
            </a:extLst>
          </p:cNvPr>
          <p:cNvSpPr/>
          <p:nvPr userDrawn="1"/>
        </p:nvSpPr>
        <p:spPr>
          <a:xfrm>
            <a:off x="1609457" y="764236"/>
            <a:ext cx="8973084" cy="3666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9" name="Imagen 18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38E16C5B-316A-E805-B032-B2B3E5B19A8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722" y="6224111"/>
            <a:ext cx="1574802" cy="245611"/>
          </a:xfrm>
          <a:prstGeom prst="rect">
            <a:avLst/>
          </a:prstGeom>
        </p:spPr>
      </p:pic>
      <p:sp>
        <p:nvSpPr>
          <p:cNvPr id="3" name="Subtítulo 2">
            <a:extLst>
              <a:ext uri="{FF2B5EF4-FFF2-40B4-BE49-F238E27FC236}">
                <a16:creationId xmlns:a16="http://schemas.microsoft.com/office/drawing/2014/main" id="{CDC5240A-0D07-D10B-F16E-B252496E9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979875" y="1024560"/>
            <a:ext cx="8277308" cy="14951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3600">
                <a:solidFill>
                  <a:schemeClr val="accent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CLICK HERE TO MODIFY TITLE</a:t>
            </a:r>
            <a:endParaRPr lang="es-MX"/>
          </a:p>
        </p:txBody>
      </p:sp>
      <p:pic>
        <p:nvPicPr>
          <p:cNvPr id="22" name="Imagen 21" descr="Código QR&#10;&#10;Descripción generada automáticamente">
            <a:extLst>
              <a:ext uri="{FF2B5EF4-FFF2-40B4-BE49-F238E27FC236}">
                <a16:creationId xmlns:a16="http://schemas.microsoft.com/office/drawing/2014/main" id="{F602A2DE-16F6-DECD-C38A-1813FB9A74F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71" y="3241809"/>
            <a:ext cx="1032971" cy="1006008"/>
          </a:xfrm>
          <a:prstGeom prst="rect">
            <a:avLst/>
          </a:prstGeom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1C0CF555-FAF2-2C36-23B7-E61A7D6629E7}"/>
              </a:ext>
            </a:extLst>
          </p:cNvPr>
          <p:cNvGrpSpPr/>
          <p:nvPr userDrawn="1"/>
        </p:nvGrpSpPr>
        <p:grpSpPr>
          <a:xfrm>
            <a:off x="4998591" y="155946"/>
            <a:ext cx="2194818" cy="498088"/>
            <a:chOff x="4664579" y="137845"/>
            <a:chExt cx="2862841" cy="649688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2B1E881E-1C69-94A9-9FCA-32D014FE5380}"/>
                </a:ext>
              </a:extLst>
            </p:cNvPr>
            <p:cNvSpPr/>
            <p:nvPr userDrawn="1"/>
          </p:nvSpPr>
          <p:spPr>
            <a:xfrm>
              <a:off x="4664579" y="137845"/>
              <a:ext cx="2862841" cy="649688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10" name="Imagen 9" descr="Forma&#10;&#10;Descripción generada automáticamente con confianza media">
              <a:extLst>
                <a:ext uri="{FF2B5EF4-FFF2-40B4-BE49-F238E27FC236}">
                  <a16:creationId xmlns:a16="http://schemas.microsoft.com/office/drawing/2014/main" id="{0D18C5FD-2CE3-D39E-5279-6720BD8F20D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9437" y="180812"/>
              <a:ext cx="2613124" cy="467743"/>
            </a:xfrm>
            <a:prstGeom prst="rect">
              <a:avLst/>
            </a:prstGeom>
          </p:spPr>
        </p:pic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038642-8218-4197-9987-D281CC9FD54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79875" y="2654353"/>
            <a:ext cx="3665552" cy="774647"/>
          </a:xfrm>
        </p:spPr>
        <p:txBody>
          <a:bodyPr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800" i="0" kern="12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0CC42AEF-ED82-C0AD-D85C-94E807A1AA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79875" y="3491301"/>
            <a:ext cx="3665552" cy="774647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i="0" kern="12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Position 1</a:t>
            </a:r>
          </a:p>
          <a:p>
            <a:pPr lvl="0"/>
            <a:r>
              <a:rPr lang="en-US"/>
              <a:t>Position 2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978D49D-0DF8-1226-974C-94276DDC21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14873" y="2654353"/>
            <a:ext cx="3665552" cy="774647"/>
          </a:xfrm>
        </p:spPr>
        <p:txBody>
          <a:bodyPr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800" i="0" kern="12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4D36CFA-6C11-194A-8585-F927FF0C17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14873" y="3491301"/>
            <a:ext cx="3665552" cy="774647"/>
          </a:xfrm>
        </p:spPr>
        <p:txBody>
          <a:bodyPr>
            <a:no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i="0" kern="12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Venue</a:t>
            </a:r>
          </a:p>
          <a:p>
            <a:pPr lvl="0"/>
            <a:r>
              <a:rPr lang="en-US"/>
              <a:t>Institution, City, Country</a:t>
            </a:r>
          </a:p>
        </p:txBody>
      </p:sp>
    </p:spTree>
    <p:extLst>
      <p:ext uri="{BB962C8B-B14F-4D97-AF65-F5344CB8AC3E}">
        <p14:creationId xmlns:p14="http://schemas.microsoft.com/office/powerpoint/2010/main" val="2874021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C9FA9E-7AF1-2B8F-8E5B-F341A42663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9120" y="365125"/>
            <a:ext cx="11034680" cy="1325563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49DE81-337C-617F-B500-591F8EB6F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403AE8A-9304-6E4B-91DF-72158314BF0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49629" y="6356350"/>
            <a:ext cx="1304224" cy="365125"/>
          </a:xfrm>
          <a:prstGeom prst="rect">
            <a:avLst/>
          </a:prstGeom>
        </p:spPr>
        <p:txBody>
          <a:bodyPr anchor="ctr"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A65404F8-D6E6-4722-A8D7-5A45E730DFCE}" type="datetime4">
              <a:rPr lang="en-US" smtClean="0"/>
              <a:t>February 21, 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C29824-4960-D599-1B77-3A208B198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0FBEEC9-49A2-0CB7-C2E5-14BA0CE61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 anchor="ctr"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  <p:pic>
        <p:nvPicPr>
          <p:cNvPr id="9" name="Imagen 8" descr="Forma&#10;&#10;Descripción generada automáticamente con confianza media">
            <a:extLst>
              <a:ext uri="{FF2B5EF4-FFF2-40B4-BE49-F238E27FC236}">
                <a16:creationId xmlns:a16="http://schemas.microsoft.com/office/drawing/2014/main" id="{882B2D48-1C99-1DEF-C8FF-A6DDD14EF9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20" name="Imagen 19" descr="Icono&#10;&#10;Descripción generada automáticamente">
            <a:extLst>
              <a:ext uri="{FF2B5EF4-FFF2-40B4-BE49-F238E27FC236}">
                <a16:creationId xmlns:a16="http://schemas.microsoft.com/office/drawing/2014/main" id="{E938DF8B-4E83-56A9-70B3-1E8C3233B14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D2691A3-8D8E-3013-4B0B-D9ECB4815CC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9118" y="6094413"/>
            <a:ext cx="11574219" cy="261937"/>
          </a:xfrm>
        </p:spPr>
        <p:txBody>
          <a:bodyPr anchor="b">
            <a:normAutofit/>
          </a:bodyPr>
          <a:lstStyle>
            <a:lvl1pPr marL="514350" indent="-514350">
              <a:lnSpc>
                <a:spcPct val="100000"/>
              </a:lnSpc>
              <a:buFont typeface="+mj-lt"/>
              <a:buAutoNum type="arabicPeriod"/>
              <a:defRPr sz="900">
                <a:latin typeface="+mn-lt"/>
              </a:defRPr>
            </a:lvl1pPr>
            <a:lvl2pPr marL="914400" indent="-457200">
              <a:buFont typeface="+mj-lt"/>
              <a:buAutoNum type="arabicPeriod"/>
              <a:defRPr/>
            </a:lvl2pPr>
            <a:lvl3pPr marL="1371600" indent="-457200">
              <a:buFont typeface="+mj-lt"/>
              <a:buAutoNum type="arabicPeriod"/>
              <a:defRPr/>
            </a:lvl3pPr>
            <a:lvl4pPr marL="1714500" indent="-342900">
              <a:buFont typeface="+mj-lt"/>
              <a:buAutoNum type="arabicPeriod"/>
              <a:defRPr/>
            </a:lvl4pPr>
            <a:lvl5pPr marL="2171700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1969897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0F6215-8DD3-3F8B-23EF-8126CFAD89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768350"/>
            <a:ext cx="7543029" cy="37941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6931003-C094-3C6E-35C5-420E0AA124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3" name="Imagen 12" descr="Icono&#10;&#10;Descripción generada automáticamente">
            <a:extLst>
              <a:ext uri="{FF2B5EF4-FFF2-40B4-BE49-F238E27FC236}">
                <a16:creationId xmlns:a16="http://schemas.microsoft.com/office/drawing/2014/main" id="{684F5E72-F5E5-E759-0AA1-CFBC5E978F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pic>
        <p:nvPicPr>
          <p:cNvPr id="11" name="Imagen 10" descr="Forma&#10;&#10;Descripción generada automáticamente con confianza media">
            <a:extLst>
              <a:ext uri="{FF2B5EF4-FFF2-40B4-BE49-F238E27FC236}">
                <a16:creationId xmlns:a16="http://schemas.microsoft.com/office/drawing/2014/main" id="{4585994B-FDA9-3003-86BC-209108A57BF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sp>
        <p:nvSpPr>
          <p:cNvPr id="14" name="Marcador de fecha 3">
            <a:extLst>
              <a:ext uri="{FF2B5EF4-FFF2-40B4-BE49-F238E27FC236}">
                <a16:creationId xmlns:a16="http://schemas.microsoft.com/office/drawing/2014/main" id="{3BC6C0FC-AE94-01F3-AA78-316F4D3278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68880" y="6356350"/>
            <a:ext cx="1270535" cy="365125"/>
          </a:xfrm>
          <a:prstGeom prst="rect">
            <a:avLst/>
          </a:prstGeom>
        </p:spPr>
        <p:txBody>
          <a:bodyPr anchor="ctr"/>
          <a:lstStyle>
            <a:lvl1pPr>
              <a:defRPr lang="en-US" smtClean="0"/>
            </a:lvl1pPr>
          </a:lstStyle>
          <a:p>
            <a:fld id="{D59467CD-606F-49C5-BF44-5CB6AA1BF748}" type="datetime4">
              <a:rPr lang="en-US" smtClean="0"/>
              <a:t>February 21, 2026</a:t>
            </a:fld>
            <a:endParaRPr lang="en-US"/>
          </a:p>
        </p:txBody>
      </p:sp>
      <p:sp>
        <p:nvSpPr>
          <p:cNvPr id="15" name="Marcador de pie de página 4">
            <a:extLst>
              <a:ext uri="{FF2B5EF4-FFF2-40B4-BE49-F238E27FC236}">
                <a16:creationId xmlns:a16="http://schemas.microsoft.com/office/drawing/2014/main" id="{95F658F4-252E-FCF5-8DC4-C205D624D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6" name="Marcador de número de diapositiva 5">
            <a:extLst>
              <a:ext uri="{FF2B5EF4-FFF2-40B4-BE49-F238E27FC236}">
                <a16:creationId xmlns:a16="http://schemas.microsoft.com/office/drawing/2014/main" id="{E8ED71CB-9064-0494-3D4D-A4B127E63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98486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C39ACE4-3B22-B8A9-4044-314DB963C3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F2CF7D0-4344-9A6B-0BF3-FA24E1EE9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pic>
        <p:nvPicPr>
          <p:cNvPr id="13" name="Imagen 12" descr="Forma&#10;&#10;Descripción generada automáticamente con confianza media">
            <a:extLst>
              <a:ext uri="{FF2B5EF4-FFF2-40B4-BE49-F238E27FC236}">
                <a16:creationId xmlns:a16="http://schemas.microsoft.com/office/drawing/2014/main" id="{9F8490A3-32BA-38B6-B297-3B3087F315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4" name="Imagen 13" descr="Icono&#10;&#10;Descripción generada automáticamente">
            <a:extLst>
              <a:ext uri="{FF2B5EF4-FFF2-40B4-BE49-F238E27FC236}">
                <a16:creationId xmlns:a16="http://schemas.microsoft.com/office/drawing/2014/main" id="{D04ED747-C3EA-AFC2-5934-7AF2A5C93F2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5" name="Título 1">
            <a:extLst>
              <a:ext uri="{FF2B5EF4-FFF2-40B4-BE49-F238E27FC236}">
                <a16:creationId xmlns:a16="http://schemas.microsoft.com/office/drawing/2014/main" id="{142CABB7-AD4E-A12A-4F8A-8CBA2EE013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5125"/>
            <a:ext cx="10515599" cy="1325563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11" name="Marcador de fecha 3">
            <a:extLst>
              <a:ext uri="{FF2B5EF4-FFF2-40B4-BE49-F238E27FC236}">
                <a16:creationId xmlns:a16="http://schemas.microsoft.com/office/drawing/2014/main" id="{B5563B19-304C-30DC-A9E2-546B200196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59255" y="6356350"/>
            <a:ext cx="1299410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CD9E0369-E596-4CC2-B716-DB4FAF33A982}" type="datetime4">
              <a:rPr lang="en-US" smtClean="0"/>
              <a:t>February 21, 2026</a:t>
            </a:fld>
            <a:endParaRPr lang="es-MX"/>
          </a:p>
        </p:txBody>
      </p:sp>
      <p:sp>
        <p:nvSpPr>
          <p:cNvPr id="12" name="Marcador de pie de página 4">
            <a:extLst>
              <a:ext uri="{FF2B5EF4-FFF2-40B4-BE49-F238E27FC236}">
                <a16:creationId xmlns:a16="http://schemas.microsoft.com/office/drawing/2014/main" id="{5BDC66A1-8E6C-22B9-8CA9-A24DDEF0E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6" name="Marcador de número de diapositiva 5">
            <a:extLst>
              <a:ext uri="{FF2B5EF4-FFF2-40B4-BE49-F238E27FC236}">
                <a16:creationId xmlns:a16="http://schemas.microsoft.com/office/drawing/2014/main" id="{30FA02BD-6D96-5DE7-B3C1-DCC6C0232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62279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AF0AADF-66F7-A357-585B-B92CA92E0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66621"/>
            <a:ext cx="5157787" cy="82391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B618ACB-A1A0-6286-6B3E-92F91FD36C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22661"/>
            <a:ext cx="5157787" cy="3267001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1F2F577-5282-9F7D-4F4D-1DB111160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66621"/>
            <a:ext cx="5183188" cy="82391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144A096-AA24-3FC4-1A58-FFDE5CB14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22661"/>
            <a:ext cx="5183188" cy="3267001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pic>
        <p:nvPicPr>
          <p:cNvPr id="15" name="Imagen 14" descr="Forma&#10;&#10;Descripción generada automáticamente con confianza media">
            <a:extLst>
              <a:ext uri="{FF2B5EF4-FFF2-40B4-BE49-F238E27FC236}">
                <a16:creationId xmlns:a16="http://schemas.microsoft.com/office/drawing/2014/main" id="{8926D58D-1911-E053-8BCE-680C34E4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6" name="Imagen 15" descr="Icono&#10;&#10;Descripción generada automáticamente">
            <a:extLst>
              <a:ext uri="{FF2B5EF4-FFF2-40B4-BE49-F238E27FC236}">
                <a16:creationId xmlns:a16="http://schemas.microsoft.com/office/drawing/2014/main" id="{116DAE83-EC34-0363-B771-FF8E52CE037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7" name="Título 1">
            <a:extLst>
              <a:ext uri="{FF2B5EF4-FFF2-40B4-BE49-F238E27FC236}">
                <a16:creationId xmlns:a16="http://schemas.microsoft.com/office/drawing/2014/main" id="{45FDAADD-FD8E-48CA-B517-5CE5FB9C1B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599" cy="1325563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13" name="Marcador de fecha 3">
            <a:extLst>
              <a:ext uri="{FF2B5EF4-FFF2-40B4-BE49-F238E27FC236}">
                <a16:creationId xmlns:a16="http://schemas.microsoft.com/office/drawing/2014/main" id="{C631CC8D-6625-582A-A607-B5B73ED380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67151" y="6356350"/>
            <a:ext cx="1013537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FD80F4B5-DD3B-486C-A527-F777654EC5D1}" type="datetime4">
              <a:rPr lang="en-US" smtClean="0"/>
              <a:t>February 21, 2026</a:t>
            </a:fld>
            <a:endParaRPr lang="es-MX"/>
          </a:p>
        </p:txBody>
      </p:sp>
      <p:sp>
        <p:nvSpPr>
          <p:cNvPr id="14" name="Marcador de pie de página 4">
            <a:extLst>
              <a:ext uri="{FF2B5EF4-FFF2-40B4-BE49-F238E27FC236}">
                <a16:creationId xmlns:a16="http://schemas.microsoft.com/office/drawing/2014/main" id="{8A95C323-DD12-E48A-6ED0-EE4696996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8" name="Marcador de número de diapositiva 5">
            <a:extLst>
              <a:ext uri="{FF2B5EF4-FFF2-40B4-BE49-F238E27FC236}">
                <a16:creationId xmlns:a16="http://schemas.microsoft.com/office/drawing/2014/main" id="{2E75E940-1F55-3277-9212-269BA9270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39467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 descr="Forma&#10;&#10;Descripción generada automáticamente con confianza media">
            <a:extLst>
              <a:ext uri="{FF2B5EF4-FFF2-40B4-BE49-F238E27FC236}">
                <a16:creationId xmlns:a16="http://schemas.microsoft.com/office/drawing/2014/main" id="{2B7DF355-0990-97A6-5D7E-D364877AC7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2" name="Imagen 11" descr="Icono&#10;&#10;Descripción generada automáticamente">
            <a:extLst>
              <a:ext uri="{FF2B5EF4-FFF2-40B4-BE49-F238E27FC236}">
                <a16:creationId xmlns:a16="http://schemas.microsoft.com/office/drawing/2014/main" id="{28525C45-4E83-5F24-E014-F49C9B9AB55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3" name="Título 1">
            <a:extLst>
              <a:ext uri="{FF2B5EF4-FFF2-40B4-BE49-F238E27FC236}">
                <a16:creationId xmlns:a16="http://schemas.microsoft.com/office/drawing/2014/main" id="{6965AEF9-7D97-B228-B785-12B9534949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599" cy="1325563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9" name="Marcador de fecha 3">
            <a:extLst>
              <a:ext uri="{FF2B5EF4-FFF2-40B4-BE49-F238E27FC236}">
                <a16:creationId xmlns:a16="http://schemas.microsoft.com/office/drawing/2014/main" id="{39937B47-3C1E-9493-9055-DDAB456376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67151" y="6356350"/>
            <a:ext cx="1013537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0A2F9B7E-53D5-47A3-87EF-840A764BD8FE}" type="datetime4">
              <a:rPr lang="en-US" smtClean="0"/>
              <a:t>February 21, 2026</a:t>
            </a:fld>
            <a:endParaRPr lang="es-MX"/>
          </a:p>
        </p:txBody>
      </p:sp>
      <p:sp>
        <p:nvSpPr>
          <p:cNvPr id="10" name="Marcador de pie de página 4">
            <a:extLst>
              <a:ext uri="{FF2B5EF4-FFF2-40B4-BE49-F238E27FC236}">
                <a16:creationId xmlns:a16="http://schemas.microsoft.com/office/drawing/2014/main" id="{E003F948-EB9C-F257-EAA2-22CD2C60F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4" name="Marcador de número de diapositiva 5">
            <a:extLst>
              <a:ext uri="{FF2B5EF4-FFF2-40B4-BE49-F238E27FC236}">
                <a16:creationId xmlns:a16="http://schemas.microsoft.com/office/drawing/2014/main" id="{487CB8ED-0887-F259-6DB0-A411E864A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48260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Forma&#10;&#10;Descripción generada automáticamente con confianza media">
            <a:extLst>
              <a:ext uri="{FF2B5EF4-FFF2-40B4-BE49-F238E27FC236}">
                <a16:creationId xmlns:a16="http://schemas.microsoft.com/office/drawing/2014/main" id="{E0632A1B-2D32-6DD7-B28D-07A232DD04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1" name="Imagen 10" descr="Icono&#10;&#10;Descripción generada automáticamente">
            <a:extLst>
              <a:ext uri="{FF2B5EF4-FFF2-40B4-BE49-F238E27FC236}">
                <a16:creationId xmlns:a16="http://schemas.microsoft.com/office/drawing/2014/main" id="{34CABE1F-189A-5205-D8EB-F80E0D5470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3" name="Marcador de fecha 3">
            <a:extLst>
              <a:ext uri="{FF2B5EF4-FFF2-40B4-BE49-F238E27FC236}">
                <a16:creationId xmlns:a16="http://schemas.microsoft.com/office/drawing/2014/main" id="{EC5979DB-47E0-11F5-01EC-7E652B73F2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67151" y="6356350"/>
            <a:ext cx="1013537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3797186-0E7D-451C-BD31-2F3D5F0161F2}" type="datetime4">
              <a:rPr lang="en-US" smtClean="0"/>
              <a:t>February 21, 2026</a:t>
            </a:fld>
            <a:endParaRPr lang="es-MX"/>
          </a:p>
        </p:txBody>
      </p:sp>
      <p:sp>
        <p:nvSpPr>
          <p:cNvPr id="14" name="Marcador de pie de página 4">
            <a:extLst>
              <a:ext uri="{FF2B5EF4-FFF2-40B4-BE49-F238E27FC236}">
                <a16:creationId xmlns:a16="http://schemas.microsoft.com/office/drawing/2014/main" id="{E644F463-785A-C382-2A28-555BBB774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5" name="Marcador de número de diapositiva 5">
            <a:extLst>
              <a:ext uri="{FF2B5EF4-FFF2-40B4-BE49-F238E27FC236}">
                <a16:creationId xmlns:a16="http://schemas.microsoft.com/office/drawing/2014/main" id="{B595C627-0F79-7E9C-2602-0FC42FB61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77172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B373F61-4322-BCE3-1479-155CCA4A4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06A91F8-C6C8-B7C0-3CAD-1B38C24B35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9914"/>
            <a:ext cx="4236413" cy="345907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3" name="Imagen 12" descr="Forma&#10;&#10;Descripción generada automáticamente con confianza media">
            <a:extLst>
              <a:ext uri="{FF2B5EF4-FFF2-40B4-BE49-F238E27FC236}">
                <a16:creationId xmlns:a16="http://schemas.microsoft.com/office/drawing/2014/main" id="{2F6F57B0-C5B2-A86B-8026-2FE43409E6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4" name="Imagen 13" descr="Icono&#10;&#10;Descripción generada automáticamente">
            <a:extLst>
              <a:ext uri="{FF2B5EF4-FFF2-40B4-BE49-F238E27FC236}">
                <a16:creationId xmlns:a16="http://schemas.microsoft.com/office/drawing/2014/main" id="{30ED61C6-8048-2DF2-C09B-AFB42F1AAAF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5" name="Título 1">
            <a:extLst>
              <a:ext uri="{FF2B5EF4-FFF2-40B4-BE49-F238E27FC236}">
                <a16:creationId xmlns:a16="http://schemas.microsoft.com/office/drawing/2014/main" id="{AD09A649-C4C6-7D6F-94FD-B221080263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4238001" cy="1822598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11" name="Marcador de fecha 3">
            <a:extLst>
              <a:ext uri="{FF2B5EF4-FFF2-40B4-BE49-F238E27FC236}">
                <a16:creationId xmlns:a16="http://schemas.microsoft.com/office/drawing/2014/main" id="{9F482424-0CA0-53EC-B6C6-CC092AB3F1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67151" y="6356350"/>
            <a:ext cx="1013537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9D94E318-0FEB-4023-B073-A9B1C70F4C44}" type="datetime4">
              <a:rPr lang="en-US" smtClean="0"/>
              <a:t>February 21, 2026</a:t>
            </a:fld>
            <a:endParaRPr lang="es-MX"/>
          </a:p>
        </p:txBody>
      </p:sp>
      <p:sp>
        <p:nvSpPr>
          <p:cNvPr id="12" name="Marcador de pie de página 4">
            <a:extLst>
              <a:ext uri="{FF2B5EF4-FFF2-40B4-BE49-F238E27FC236}">
                <a16:creationId xmlns:a16="http://schemas.microsoft.com/office/drawing/2014/main" id="{FA4CB8DF-4D38-081D-A5F3-8BC447F55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6" name="Marcador de número de diapositiva 5">
            <a:extLst>
              <a:ext uri="{FF2B5EF4-FFF2-40B4-BE49-F238E27FC236}">
                <a16:creationId xmlns:a16="http://schemas.microsoft.com/office/drawing/2014/main" id="{50412CD0-03B2-FB52-8C59-C125C6693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2660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DCD9E5D-F900-252D-270E-CB79DA18A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s-MX"/>
          </a:p>
        </p:txBody>
      </p:sp>
      <p:pic>
        <p:nvPicPr>
          <p:cNvPr id="13" name="Imagen 12" descr="Forma&#10;&#10;Descripción generada automáticamente con confianza media">
            <a:extLst>
              <a:ext uri="{FF2B5EF4-FFF2-40B4-BE49-F238E27FC236}">
                <a16:creationId xmlns:a16="http://schemas.microsoft.com/office/drawing/2014/main" id="{F53DB6B0-FC98-DBD4-62EB-E895C9F492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4" name="Imagen 13" descr="Icono&#10;&#10;Descripción generada automáticamente">
            <a:extLst>
              <a:ext uri="{FF2B5EF4-FFF2-40B4-BE49-F238E27FC236}">
                <a16:creationId xmlns:a16="http://schemas.microsoft.com/office/drawing/2014/main" id="{BE2C39F6-A3AC-9574-B3FC-2BF4C5E3D3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5" name="Marcador de texto 3">
            <a:extLst>
              <a:ext uri="{FF2B5EF4-FFF2-40B4-BE49-F238E27FC236}">
                <a16:creationId xmlns:a16="http://schemas.microsoft.com/office/drawing/2014/main" id="{D963571A-DD58-155B-60FB-915F8C7465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9914"/>
            <a:ext cx="4236413" cy="345907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9933457E-0DEB-20DA-E628-956FDC8C94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4238001" cy="1822598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7" name="Marcador de fecha 3">
            <a:extLst>
              <a:ext uri="{FF2B5EF4-FFF2-40B4-BE49-F238E27FC236}">
                <a16:creationId xmlns:a16="http://schemas.microsoft.com/office/drawing/2014/main" id="{102F433A-E052-80BA-86F1-B2CE9180B3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67151" y="6356350"/>
            <a:ext cx="1013537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748E9042-D967-4E0D-BD72-40F1A7B49BEB}" type="datetime4">
              <a:rPr lang="en-US" smtClean="0"/>
              <a:t>February 21, 2026</a:t>
            </a:fld>
            <a:endParaRPr lang="es-MX"/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743B23F-C4B1-20B1-9155-FE73F00A4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C2F423A7-5DA2-AD59-D101-3DC46CA85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09892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F3FD4F5-F620-03A0-2463-BE800C383A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pic>
        <p:nvPicPr>
          <p:cNvPr id="12" name="Imagen 11" descr="Forma&#10;&#10;Descripción generada automáticamente con confianza media">
            <a:extLst>
              <a:ext uri="{FF2B5EF4-FFF2-40B4-BE49-F238E27FC236}">
                <a16:creationId xmlns:a16="http://schemas.microsoft.com/office/drawing/2014/main" id="{C4CACA47-2460-7E13-5963-BC5A26084A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3" name="Imagen 12" descr="Icono&#10;&#10;Descripción generada automáticamente">
            <a:extLst>
              <a:ext uri="{FF2B5EF4-FFF2-40B4-BE49-F238E27FC236}">
                <a16:creationId xmlns:a16="http://schemas.microsoft.com/office/drawing/2014/main" id="{0979CF61-39AB-4490-5D23-A07809936A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4" name="Título 1">
            <a:extLst>
              <a:ext uri="{FF2B5EF4-FFF2-40B4-BE49-F238E27FC236}">
                <a16:creationId xmlns:a16="http://schemas.microsoft.com/office/drawing/2014/main" id="{249D8FC2-E444-D9E6-D75F-A30F31B458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599" cy="1325563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59CF7297-C054-E1D6-DE9C-A8ACA964126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67151" y="6356350"/>
            <a:ext cx="1013537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F3F316-E20F-4B2B-AFB4-831C685C74B6}" type="datetime4">
              <a:rPr lang="en-US" smtClean="0"/>
              <a:t>February 21, 2026</a:t>
            </a:fld>
            <a:endParaRPr lang="es-MX"/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9A293C72-D5F9-C01A-86CD-B4C32AA77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5" name="Marcador de número de diapositiva 5">
            <a:extLst>
              <a:ext uri="{FF2B5EF4-FFF2-40B4-BE49-F238E27FC236}">
                <a16:creationId xmlns:a16="http://schemas.microsoft.com/office/drawing/2014/main" id="{970F4AA7-F32B-75A3-9E8B-E69F79172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7846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 descr="Forma&#10;&#10;Descripción generada automáticamente con confianza media">
            <a:extLst>
              <a:ext uri="{FF2B5EF4-FFF2-40B4-BE49-F238E27FC236}">
                <a16:creationId xmlns:a16="http://schemas.microsoft.com/office/drawing/2014/main" id="{45714F61-E5E4-EB8D-7D3E-846D2972B8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3" name="Imagen 12" descr="Icono&#10;&#10;Descripción generada automáticamente">
            <a:extLst>
              <a:ext uri="{FF2B5EF4-FFF2-40B4-BE49-F238E27FC236}">
                <a16:creationId xmlns:a16="http://schemas.microsoft.com/office/drawing/2014/main" id="{A0396AE5-2933-D646-5ECF-8C482ED5B97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760ED615-7837-B659-5C5D-334254136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 rot="5400000">
            <a:off x="3753972" y="1329531"/>
            <a:ext cx="51816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CB0915C8-75B1-01D3-B801-C589BBB4E5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7399693" y="2233071"/>
            <a:ext cx="5272777" cy="2635435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6" name="Marcador de fecha 3">
            <a:extLst>
              <a:ext uri="{FF2B5EF4-FFF2-40B4-BE49-F238E27FC236}">
                <a16:creationId xmlns:a16="http://schemas.microsoft.com/office/drawing/2014/main" id="{BAF1DE25-495E-7592-EDB3-8CE650FCF8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67151" y="6356350"/>
            <a:ext cx="1013537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C4E4FA53-325D-4EFB-B6CC-49294224DF02}" type="datetime4">
              <a:rPr lang="en-US" smtClean="0"/>
              <a:t>February 21, 2026</a:t>
            </a:fld>
            <a:endParaRPr lang="es-MX"/>
          </a:p>
        </p:txBody>
      </p:sp>
      <p:sp>
        <p:nvSpPr>
          <p:cNvPr id="10" name="Marcador de pie de página 4">
            <a:extLst>
              <a:ext uri="{FF2B5EF4-FFF2-40B4-BE49-F238E27FC236}">
                <a16:creationId xmlns:a16="http://schemas.microsoft.com/office/drawing/2014/main" id="{9EBD78A7-D56F-71B6-4340-96D026F4F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1" name="Marcador de número de diapositiva 5">
            <a:extLst>
              <a:ext uri="{FF2B5EF4-FFF2-40B4-BE49-F238E27FC236}">
                <a16:creationId xmlns:a16="http://schemas.microsoft.com/office/drawing/2014/main" id="{4168E466-F2DE-54FF-4F77-F02AD7956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99375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145AA99-9C77-3152-D2E1-791F9F5AE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119" y="365125"/>
            <a:ext cx="115742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592021-C25E-2227-CE66-247C6EB2C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9119" y="1690688"/>
            <a:ext cx="11574218" cy="4486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here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modify</a:t>
            </a:r>
            <a:endParaRPr lang="es-ES"/>
          </a:p>
          <a:p>
            <a:pPr lvl="1"/>
            <a:r>
              <a:rPr lang="es-ES" err="1"/>
              <a:t>Second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2"/>
            <a:r>
              <a:rPr lang="es-ES" err="1"/>
              <a:t>Third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3"/>
            <a:r>
              <a:rPr lang="es-ES" err="1"/>
              <a:t>Fourth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4"/>
            <a:r>
              <a:rPr lang="es-ES" err="1"/>
              <a:t>Fifth</a:t>
            </a:r>
            <a:r>
              <a:rPr lang="es-ES"/>
              <a:t> </a:t>
            </a:r>
            <a:r>
              <a:rPr lang="es-ES" err="1"/>
              <a:t>Level</a:t>
            </a:r>
            <a:endParaRPr lang="es-MX"/>
          </a:p>
        </p:txBody>
      </p:sp>
      <p:pic>
        <p:nvPicPr>
          <p:cNvPr id="7" name="Imagen 6" descr="Forma&#10;&#10;Descripción generada automáticamente con confianza media">
            <a:extLst>
              <a:ext uri="{FF2B5EF4-FFF2-40B4-BE49-F238E27FC236}">
                <a16:creationId xmlns:a16="http://schemas.microsoft.com/office/drawing/2014/main" id="{FC9DEEAA-FE1F-0839-A61E-70958C8510AF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sp>
        <p:nvSpPr>
          <p:cNvPr id="9" name="Marcador de fecha 3">
            <a:extLst>
              <a:ext uri="{FF2B5EF4-FFF2-40B4-BE49-F238E27FC236}">
                <a16:creationId xmlns:a16="http://schemas.microsoft.com/office/drawing/2014/main" id="{4C5BA7D3-86BD-F576-BE03-823F1F1820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40005" y="6356350"/>
            <a:ext cx="1294598" cy="365125"/>
          </a:xfrm>
          <a:prstGeom prst="rect">
            <a:avLst/>
          </a:prstGeom>
        </p:spPr>
        <p:txBody>
          <a:bodyPr anchor="ctr"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8D464806-4B4A-4BB7-BCE6-98E87EB69E2D}" type="datetime4">
              <a:rPr lang="en-US" smtClean="0"/>
              <a:t>February 21, 2026</a:t>
            </a:fld>
            <a:endParaRPr lang="en-US"/>
          </a:p>
        </p:txBody>
      </p:sp>
      <p:sp>
        <p:nvSpPr>
          <p:cNvPr id="10" name="Marcador de pie de página 4">
            <a:extLst>
              <a:ext uri="{FF2B5EF4-FFF2-40B4-BE49-F238E27FC236}">
                <a16:creationId xmlns:a16="http://schemas.microsoft.com/office/drawing/2014/main" id="{7A6E0445-6C8B-3BFB-BD96-A70511B442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algn="ctr"/>
            <a:endParaRPr lang="en-US"/>
          </a:p>
        </p:txBody>
      </p:sp>
      <p:sp>
        <p:nvSpPr>
          <p:cNvPr id="11" name="Marcador de número de diapositiva 5">
            <a:extLst>
              <a:ext uri="{FF2B5EF4-FFF2-40B4-BE49-F238E27FC236}">
                <a16:creationId xmlns:a16="http://schemas.microsoft.com/office/drawing/2014/main" id="{055A7836-8952-D798-B4D7-E10B8D710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 anchor="ctr"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A41831D9-926B-4302-A6F7-54B31F00B9E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279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Roboto Medium" panose="020000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5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E3ECCF0C-E842-9CFE-567F-FD6A1CE576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Rigetti Collab Updates</a:t>
            </a:r>
            <a:br>
              <a:rPr lang="en-US" dirty="0"/>
            </a:br>
            <a:r>
              <a:rPr lang="en-US" dirty="0"/>
              <a:t>Quantum Preconditioning Using Gurobi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633184-E9F3-BAA8-85E2-99F0AAEFCB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85753" y="3041676"/>
            <a:ext cx="3665552" cy="77464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Anurag Ramesh</a:t>
            </a:r>
          </a:p>
          <a:p>
            <a:r>
              <a:rPr lang="en-US" dirty="0"/>
              <a:t>David E. Bernal Neira</a:t>
            </a:r>
          </a:p>
        </p:txBody>
      </p:sp>
    </p:spTree>
    <p:extLst>
      <p:ext uri="{BB962C8B-B14F-4D97-AF65-F5344CB8AC3E}">
        <p14:creationId xmlns:p14="http://schemas.microsoft.com/office/powerpoint/2010/main" val="42553351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B38B2-A80C-BDDA-CAD1-7D03D7010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1/28/2026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8CDD8-701C-5FEF-9431-EA238B677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Solve QP/Baseline with Gurobi: N = 8, seed = 0, p = 1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D3CE75-3874-C85F-4ED9-38F8301803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49629" y="6356350"/>
            <a:ext cx="1473442" cy="365125"/>
          </a:xfrm>
        </p:spPr>
        <p:txBody>
          <a:bodyPr/>
          <a:lstStyle/>
          <a:p>
            <a:fld id="{A65404F8-D6E6-4722-A8D7-5A45E730DFCE}" type="datetime4">
              <a:rPr lang="en-US" smtClean="0"/>
              <a:t>February 21,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5509A6-9E81-F676-BCC3-C6A6EABDE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77785-05D8-DBA6-FE13-A71FF83FD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831D9-926B-4302-A6F7-54B31F00B9E1}" type="slidenum">
              <a:rPr lang="es-MX" smtClean="0"/>
              <a:pPr/>
              <a:t>2</a:t>
            </a:fld>
            <a:endParaRPr lang="es-MX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ABD8530-FB45-0482-4167-2DA92EAEE0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2E7B366-1FA5-A223-B96E-E33E561A6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18" y="2250433"/>
            <a:ext cx="5541451" cy="31321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12088D-2B6F-8920-9D48-043850B32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395" y="2250433"/>
            <a:ext cx="5541449" cy="313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396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2A94A-3A4C-359A-1851-5C1460E82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DA6E3-AE9E-DACD-1BE0-3C4A7D3BB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1/28/2026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AA0A58-F938-F6BF-1601-CB35E9BC8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Solve QP/Baseline with Gurobi: N = 20, seed = 0, p = 1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41075-0B49-BF08-81A3-C77934F7E0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49628" y="6356350"/>
            <a:ext cx="1453777" cy="365125"/>
          </a:xfrm>
        </p:spPr>
        <p:txBody>
          <a:bodyPr/>
          <a:lstStyle/>
          <a:p>
            <a:fld id="{A65404F8-D6E6-4722-A8D7-5A45E730DFCE}" type="datetime4">
              <a:rPr lang="en-US" smtClean="0"/>
              <a:t>February 21,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E0624-A5AD-55B1-6119-9D484EC67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B35CA-A3C8-019C-CB77-511EF03B8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831D9-926B-4302-A6F7-54B31F00B9E1}" type="slidenum">
              <a:rPr lang="es-MX" smtClean="0"/>
              <a:pPr/>
              <a:t>3</a:t>
            </a:fld>
            <a:endParaRPr lang="es-MX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6F6EDDC-1AD6-8975-27FD-A0569F84C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723D88-C07F-EA6D-67E9-7A223CD01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934" y="2379845"/>
            <a:ext cx="5352650" cy="302541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0674121-02DA-13C6-1197-A447F6289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541" y="2379845"/>
            <a:ext cx="5352650" cy="302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37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4BC4D-4C09-6E9B-C2A8-A8694D35D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4A217-7CEF-57BB-1F84-CE98814F1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1/28/2026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400C6-3108-C96E-F741-A57F6F7BA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Solve QP/Baseline with Gurobi: N = 28, seed = 0, p = 1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015274-EF9C-1BEE-5393-D384C4EDB9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49628" y="6356350"/>
            <a:ext cx="1434113" cy="365125"/>
          </a:xfrm>
        </p:spPr>
        <p:txBody>
          <a:bodyPr/>
          <a:lstStyle/>
          <a:p>
            <a:fld id="{A65404F8-D6E6-4722-A8D7-5A45E730DFCE}" type="datetime4">
              <a:rPr lang="en-US" smtClean="0"/>
              <a:t>February 21,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9351CA-B0A3-E659-3586-3AD7F27D7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E238C-A0C2-75D8-6748-6C3132922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831D9-926B-4302-A6F7-54B31F00B9E1}" type="slidenum">
              <a:rPr lang="es-MX" smtClean="0"/>
              <a:pPr/>
              <a:t>4</a:t>
            </a:fld>
            <a:endParaRPr lang="es-MX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7543D64-A5D6-0D91-D9C1-082C866FE9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719AAF-1204-A8EC-08D6-10109AF2C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61" y="2379845"/>
            <a:ext cx="5352651" cy="302541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7CA3945-4E0B-5E04-3398-29A2ADE71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4944" y="2365552"/>
            <a:ext cx="5352651" cy="302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661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AD3B8-B4D2-0DAD-3F46-EC2CE8CB8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59ADD-153E-87AB-0B70-55D00767F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2/25/2026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17C1-6BB6-28EC-80E6-CAF862A110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Solve QP/Baseline with Gurobi: N = 20, all instances (50), p = 1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6BD2B-DC7E-6CE4-5305-859D5F42DF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49628" y="6356350"/>
            <a:ext cx="1434113" cy="365125"/>
          </a:xfrm>
        </p:spPr>
        <p:txBody>
          <a:bodyPr/>
          <a:lstStyle/>
          <a:p>
            <a:fld id="{A65404F8-D6E6-4722-A8D7-5A45E730DFCE}" type="datetime4">
              <a:rPr lang="en-US" smtClean="0"/>
              <a:t>February 21,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CDA0F8-37A0-7764-8712-9FF54ECE0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D618A-09CD-0FEF-5CB5-243505A37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831D9-926B-4302-A6F7-54B31F00B9E1}" type="slidenum">
              <a:rPr lang="es-MX" smtClean="0"/>
              <a:pPr/>
              <a:t>5</a:t>
            </a:fld>
            <a:endParaRPr lang="es-MX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23427-2DF2-8777-03EC-6BC5A38E5B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E5A32E-1A5D-5F32-6587-3679850D29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61" y="2379845"/>
            <a:ext cx="5352651" cy="302541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CFE7EA3-4DB8-1176-DDA8-D80A64807C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4944" y="2365552"/>
            <a:ext cx="5352651" cy="302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921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695F-563D-C06A-0039-5C74CC64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305BA-CD6D-1825-0191-8BB80B7C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2/25/2026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6E5A3-C1FD-8210-336F-873B9C5A74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Solve QP/Baseline with Gurobi: N = 24, all instances (50), p = 1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F1D7BC-D429-984B-3E9D-EB5FF0EC749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49628" y="6356350"/>
            <a:ext cx="1434113" cy="365125"/>
          </a:xfrm>
        </p:spPr>
        <p:txBody>
          <a:bodyPr/>
          <a:lstStyle/>
          <a:p>
            <a:fld id="{A65404F8-D6E6-4722-A8D7-5A45E730DFCE}" type="datetime4">
              <a:rPr lang="en-US" smtClean="0"/>
              <a:t>February 21,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7720EF-C6EA-D2C2-5E13-E9F28623F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05FB52-17B8-F92F-CD59-8F60A8A4D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831D9-926B-4302-A6F7-54B31F00B9E1}" type="slidenum">
              <a:rPr lang="es-MX" smtClean="0"/>
              <a:pPr/>
              <a:t>6</a:t>
            </a:fld>
            <a:endParaRPr lang="es-MX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1154139-B16D-EB15-DFFD-B72E55AE39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A1492B5-2B69-245D-C2FB-719843432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61" y="2379845"/>
            <a:ext cx="5352651" cy="302541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C8A5045-B4D4-8BB5-11DA-C6FA8F02BC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4944" y="2365552"/>
            <a:ext cx="5352651" cy="302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42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F1A86-BB87-A77B-4AAA-F52CBC300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8DCFD-E2BB-6EF1-1013-DC797EC53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2/25/2026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C174B-27F4-0D9E-F59E-5EF38FC69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Solve QP/Baseline with Gurobi: N = 28, all instances (50), p = 1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6E5902-7785-09AD-2180-5088347F58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49628" y="6356350"/>
            <a:ext cx="1434113" cy="365125"/>
          </a:xfrm>
        </p:spPr>
        <p:txBody>
          <a:bodyPr/>
          <a:lstStyle/>
          <a:p>
            <a:fld id="{A65404F8-D6E6-4722-A8D7-5A45E730DFCE}" type="datetime4">
              <a:rPr lang="en-US" smtClean="0"/>
              <a:t>February 21,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4ADEC-FAE8-0B76-2B54-985EE1E1E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40F58-9AFB-8CB3-6F3B-B7EE507E1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831D9-926B-4302-A6F7-54B31F00B9E1}" type="slidenum">
              <a:rPr lang="es-MX" smtClean="0"/>
              <a:pPr/>
              <a:t>7</a:t>
            </a:fld>
            <a:endParaRPr lang="es-MX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8F653BF-399E-D6ED-5555-2D4C4B0A64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A26494-DF69-713E-6697-58DAF0BEE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61" y="2379845"/>
            <a:ext cx="5352651" cy="302541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B4EDF6-0395-A1E5-64BD-6541B4513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4944" y="2365552"/>
            <a:ext cx="5352651" cy="302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0115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20177-0901-CF84-12B0-6E0F99CD0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EEF83-D748-D3FB-60FF-EC0F35545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2/25/2026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F13B1-2D43-4D9B-2BDF-DD355ABA8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Solve QP/Baseline with Gurobi: N = 32, all instances (50), p = 1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6F27F-282B-533E-C352-56F4E20127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49628" y="6356350"/>
            <a:ext cx="1434113" cy="365125"/>
          </a:xfrm>
        </p:spPr>
        <p:txBody>
          <a:bodyPr/>
          <a:lstStyle/>
          <a:p>
            <a:fld id="{A65404F8-D6E6-4722-A8D7-5A45E730DFCE}" type="datetime4">
              <a:rPr lang="en-US" smtClean="0"/>
              <a:t>February 21,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AC59E-0867-E648-EEC3-C43E72D8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2DF9-AC3C-EE71-CDF1-0F50F84E3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831D9-926B-4302-A6F7-54B31F00B9E1}" type="slidenum">
              <a:rPr lang="es-MX" smtClean="0"/>
              <a:pPr/>
              <a:t>8</a:t>
            </a:fld>
            <a:endParaRPr lang="es-MX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C0A4FCB-E80E-818A-30A4-FC92E6593B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8118BF-A522-C9D8-B02F-71840A204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61" y="2379845"/>
            <a:ext cx="5352651" cy="302541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9DDB95-C039-E4DD-70E1-2BC2F64CB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4944" y="2365552"/>
            <a:ext cx="5352651" cy="302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275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BC6F6-DBDA-4C99-EC95-F5E0C0A20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ECBFF-AA4F-A207-E036-5753B221B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2/25/2026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7736D-402D-AD13-B7F9-60EC42E63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Solve QP/Baseline with Gurobi: N = 36, all instances (50), p = 1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4FE612-9E4A-7A1E-BA5E-ED2A9A66B7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49628" y="6356350"/>
            <a:ext cx="1434113" cy="365125"/>
          </a:xfrm>
        </p:spPr>
        <p:txBody>
          <a:bodyPr/>
          <a:lstStyle/>
          <a:p>
            <a:fld id="{A65404F8-D6E6-4722-A8D7-5A45E730DFCE}" type="datetime4">
              <a:rPr lang="en-US" smtClean="0"/>
              <a:t>February 21,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18CF7-A818-5857-8DD5-7CECD5432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5389F7-1853-C3AA-4E4B-2FB1CF04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831D9-926B-4302-A6F7-54B31F00B9E1}" type="slidenum">
              <a:rPr lang="es-MX" smtClean="0"/>
              <a:pPr/>
              <a:t>9</a:t>
            </a:fld>
            <a:endParaRPr lang="es-MX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55932C6-40FB-858E-F346-9CA61E003D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2B2EA3-7DD9-E436-B3DC-A941110646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61" y="2379845"/>
            <a:ext cx="5352651" cy="302541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35E57A-F4DF-57B3-4A6A-054A35367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4944" y="2365552"/>
            <a:ext cx="5352651" cy="302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822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5966-B8FC-9677-277F-1E9C573AA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AD6CC-EFAC-1FA5-C972-35D258458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2/25/2026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BF4C57-DD96-9BC4-DDCC-6CF2CA41F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Solve QP/Baseline with Gurobi: N = 40, all instances (50), p = 1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85D33F-CA1D-4DB9-2977-D1C8DFFC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49628" y="6356350"/>
            <a:ext cx="1434113" cy="365125"/>
          </a:xfrm>
        </p:spPr>
        <p:txBody>
          <a:bodyPr/>
          <a:lstStyle/>
          <a:p>
            <a:fld id="{A65404F8-D6E6-4722-A8D7-5A45E730DFCE}" type="datetime4">
              <a:rPr lang="en-US" smtClean="0"/>
              <a:t>February 21,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625143-DBAE-7340-02BC-357D7A52D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D0612-C135-302F-2E21-89B289E7B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831D9-926B-4302-A6F7-54B31F00B9E1}" type="slidenum">
              <a:rPr lang="es-MX" smtClean="0"/>
              <a:pPr/>
              <a:t>10</a:t>
            </a:fld>
            <a:endParaRPr lang="es-MX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24DB136-2FE4-6005-3820-E0113380E0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695187D-76C3-BEB0-AD0C-CBCE273B7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61" y="2379845"/>
            <a:ext cx="5352651" cy="302541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B76D67-F15F-E86E-E3D7-53DE15E99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4944" y="2365552"/>
            <a:ext cx="5352651" cy="302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8634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Personalizado 1">
      <a:dk1>
        <a:sysClr val="windowText" lastClr="000000"/>
      </a:dk1>
      <a:lt1>
        <a:sysClr val="window" lastClr="FFFFFF"/>
      </a:lt1>
      <a:dk2>
        <a:srgbClr val="CCBA96"/>
      </a:dk2>
      <a:lt2>
        <a:srgbClr val="E8E8E8"/>
      </a:lt2>
      <a:accent1>
        <a:srgbClr val="000000"/>
      </a:accent1>
      <a:accent2>
        <a:srgbClr val="FFFFFF"/>
      </a:accent2>
      <a:accent3>
        <a:srgbClr val="CCBA96"/>
      </a:accent3>
      <a:accent4>
        <a:srgbClr val="000000"/>
      </a:accent4>
      <a:accent5>
        <a:srgbClr val="FFFFFF"/>
      </a:accent5>
      <a:accent6>
        <a:srgbClr val="CCBA96"/>
      </a:accent6>
      <a:hlink>
        <a:srgbClr val="156082"/>
      </a:hlink>
      <a:folHlink>
        <a:srgbClr val="CCBA96"/>
      </a:folHlink>
    </a:clrScheme>
    <a:fontScheme name="SECQUOIA">
      <a:majorFont>
        <a:latin typeface="Roboto Medium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lantilla Secquoia" id="{C6B8D85F-9CFC-4934-BEF1-ABA8C8B0329D}" vid="{F817975E-C17C-4D9C-BFAB-0CAE7DF79A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SECQUOIA Template</Template>
  <TotalTime>294</TotalTime>
  <Words>210</Words>
  <Application>Microsoft Office PowerPoint</Application>
  <PresentationFormat>Widescreen</PresentationFormat>
  <Paragraphs>39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Roboto</vt:lpstr>
      <vt:lpstr>Roboto Medium</vt:lpstr>
      <vt:lpstr>Tema de Office</vt:lpstr>
      <vt:lpstr>PowerPoint Presentation</vt:lpstr>
      <vt:lpstr>1/28/2026</vt:lpstr>
      <vt:lpstr>1/28/2026</vt:lpstr>
      <vt:lpstr>1/28/2026</vt:lpstr>
      <vt:lpstr>2/25/2026</vt:lpstr>
      <vt:lpstr>2/25/2026</vt:lpstr>
      <vt:lpstr>2/25/2026</vt:lpstr>
      <vt:lpstr>2/25/2026</vt:lpstr>
      <vt:lpstr>2/25/2026</vt:lpstr>
      <vt:lpstr>2/25/2026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Esteban Bernal Neira</dc:creator>
  <cp:lastModifiedBy>Anurag Ramesh</cp:lastModifiedBy>
  <cp:revision>7</cp:revision>
  <dcterms:created xsi:type="dcterms:W3CDTF">2024-05-14T15:14:05Z</dcterms:created>
  <dcterms:modified xsi:type="dcterms:W3CDTF">2026-02-22T01:54:06Z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2024-05-14T15:16:08Z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291248ab-e34b-409d-85c8-a3aa4f704314</vt:lpwstr>
  </property>
  <property fmtid="{D5CDD505-2E9C-101B-9397-08002B2CF9AE}" pid="8" name="MSIP_Label_4044bd30-2ed7-4c9d-9d12-46200872a97b_ContentBits">
    <vt:lpwstr>0</vt:lpwstr>
  </property>
</Properties>
</file>