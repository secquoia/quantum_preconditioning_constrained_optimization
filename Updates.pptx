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6"/>
  </p:notesMasterIdLst>
  <p:sldIdLst>
    <p:sldId id="258" r:id="rId2"/>
    <p:sldId id="260" r:id="rId3"/>
    <p:sldId id="261" r:id="rId4"/>
    <p:sldId id="262" r:id="rId5"/>
  </p:sldIdLst>
  <p:sldSz cx="12192000" cy="6858000"/>
  <p:notesSz cx="6858000" cy="9144000"/>
  <p:defaultTextStyle>
    <a:defPPr>
      <a:defRPr lang="es-MX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5E5E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78" d="100"/>
          <a:sy n="78" d="100"/>
        </p:scale>
        <p:origin x="850" y="6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9E476EE-9138-4985-8B4F-A9C1CFC5B926}" type="datetimeFigureOut">
              <a:rPr lang="en-US" smtClean="0"/>
              <a:t>1/28/2026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FED66320-C7CA-44AB-9CA1-1697F96BD00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80537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Relationship Id="rId5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Imagen 22" descr="Un árbol en un parque&#10;&#10;Descripción generada automáticamente con confianza media">
            <a:extLst>
              <a:ext uri="{FF2B5EF4-FFF2-40B4-BE49-F238E27FC236}">
                <a16:creationId xmlns:a16="http://schemas.microsoft.com/office/drawing/2014/main" id="{894FBB0B-12E5-CC93-F7E1-81910D5FF25B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250" b="23453"/>
          <a:stretch/>
        </p:blipFill>
        <p:spPr>
          <a:xfrm>
            <a:off x="307649" y="1397894"/>
            <a:ext cx="11477001" cy="5271219"/>
          </a:xfrm>
          <a:prstGeom prst="rect">
            <a:avLst/>
          </a:prstGeom>
        </p:spPr>
      </p:pic>
      <p:sp>
        <p:nvSpPr>
          <p:cNvPr id="24" name="Rectángulo 23">
            <a:extLst>
              <a:ext uri="{FF2B5EF4-FFF2-40B4-BE49-F238E27FC236}">
                <a16:creationId xmlns:a16="http://schemas.microsoft.com/office/drawing/2014/main" id="{E6AF2A54-097C-ED10-9E6E-4CAF7D6D2BF6}"/>
              </a:ext>
            </a:extLst>
          </p:cNvPr>
          <p:cNvSpPr/>
          <p:nvPr userDrawn="1"/>
        </p:nvSpPr>
        <p:spPr>
          <a:xfrm>
            <a:off x="307649" y="290558"/>
            <a:ext cx="11477001" cy="6401486"/>
          </a:xfrm>
          <a:prstGeom prst="rect">
            <a:avLst/>
          </a:prstGeom>
          <a:noFill/>
          <a:ln w="57150">
            <a:solidFill>
              <a:schemeClr val="tx2"/>
            </a:solidFill>
          </a:ln>
        </p:spPr>
        <p:style>
          <a:lnRef idx="3">
            <a:schemeClr val="lt1"/>
          </a:lnRef>
          <a:fillRef idx="1">
            <a:schemeClr val="accent3"/>
          </a:fillRef>
          <a:effectRef idx="1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779DD3F7-C76E-7ACD-FDE3-C50CD020A3D9}"/>
              </a:ext>
            </a:extLst>
          </p:cNvPr>
          <p:cNvSpPr/>
          <p:nvPr userDrawn="1"/>
        </p:nvSpPr>
        <p:spPr>
          <a:xfrm>
            <a:off x="1609457" y="764236"/>
            <a:ext cx="8973084" cy="3666371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s-MX"/>
          </a:p>
        </p:txBody>
      </p:sp>
      <p:pic>
        <p:nvPicPr>
          <p:cNvPr id="19" name="Imagen 18" descr="Un dibujo de una cara feliz&#10;&#10;Descripción generada automáticamente con confianza baja">
            <a:extLst>
              <a:ext uri="{FF2B5EF4-FFF2-40B4-BE49-F238E27FC236}">
                <a16:creationId xmlns:a16="http://schemas.microsoft.com/office/drawing/2014/main" id="{38E16C5B-316A-E805-B032-B2B3E5B19A8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94722" y="6224111"/>
            <a:ext cx="1574802" cy="245611"/>
          </a:xfrm>
          <a:prstGeom prst="rect">
            <a:avLst/>
          </a:prstGeom>
        </p:spPr>
      </p:pic>
      <p:sp>
        <p:nvSpPr>
          <p:cNvPr id="3" name="Subtítulo 2">
            <a:extLst>
              <a:ext uri="{FF2B5EF4-FFF2-40B4-BE49-F238E27FC236}">
                <a16:creationId xmlns:a16="http://schemas.microsoft.com/office/drawing/2014/main" id="{CDC5240A-0D07-D10B-F16E-B252496E9D0A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1979875" y="1024560"/>
            <a:ext cx="8277308" cy="1495181"/>
          </a:xfrm>
        </p:spPr>
        <p:txBody>
          <a:bodyPr anchor="ctr">
            <a:normAutofit/>
          </a:bodyPr>
          <a:lstStyle>
            <a:lvl1pPr marL="0" indent="0" algn="ctr">
              <a:buNone/>
              <a:defRPr sz="3600">
                <a:solidFill>
                  <a:schemeClr val="accent2"/>
                </a:solidFill>
                <a:latin typeface="Roboto Medium" panose="02000000000000000000" pitchFamily="2" charset="0"/>
                <a:ea typeface="Roboto Medium" panose="02000000000000000000" pitchFamily="2" charset="0"/>
                <a:cs typeface="Roboto Medium" panose="02000000000000000000" pitchFamily="2" charset="0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s-ES"/>
              <a:t>CLICK HERE TO MODIFY TITLE</a:t>
            </a:r>
            <a:endParaRPr lang="es-MX"/>
          </a:p>
        </p:txBody>
      </p:sp>
      <p:pic>
        <p:nvPicPr>
          <p:cNvPr id="22" name="Imagen 21" descr="Código QR&#10;&#10;Descripción generada automáticamente">
            <a:extLst>
              <a:ext uri="{FF2B5EF4-FFF2-40B4-BE49-F238E27FC236}">
                <a16:creationId xmlns:a16="http://schemas.microsoft.com/office/drawing/2014/main" id="{F602A2DE-16F6-DECD-C38A-1813FB9A74F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49871" y="3241809"/>
            <a:ext cx="1032971" cy="1006008"/>
          </a:xfrm>
          <a:prstGeom prst="rect">
            <a:avLst/>
          </a:prstGeom>
        </p:spPr>
      </p:pic>
      <p:grpSp>
        <p:nvGrpSpPr>
          <p:cNvPr id="14" name="Grupo 13">
            <a:extLst>
              <a:ext uri="{FF2B5EF4-FFF2-40B4-BE49-F238E27FC236}">
                <a16:creationId xmlns:a16="http://schemas.microsoft.com/office/drawing/2014/main" id="{1C0CF555-FAF2-2C36-23B7-E61A7D6629E7}"/>
              </a:ext>
            </a:extLst>
          </p:cNvPr>
          <p:cNvGrpSpPr/>
          <p:nvPr userDrawn="1"/>
        </p:nvGrpSpPr>
        <p:grpSpPr>
          <a:xfrm>
            <a:off x="4998591" y="155946"/>
            <a:ext cx="2194818" cy="498088"/>
            <a:chOff x="4664579" y="137845"/>
            <a:chExt cx="2862841" cy="649688"/>
          </a:xfrm>
        </p:grpSpPr>
        <p:sp>
          <p:nvSpPr>
            <p:cNvPr id="13" name="Rectángulo 12">
              <a:extLst>
                <a:ext uri="{FF2B5EF4-FFF2-40B4-BE49-F238E27FC236}">
                  <a16:creationId xmlns:a16="http://schemas.microsoft.com/office/drawing/2014/main" id="{2B1E881E-1C69-94A9-9FCA-32D014FE5380}"/>
                </a:ext>
              </a:extLst>
            </p:cNvPr>
            <p:cNvSpPr/>
            <p:nvPr userDrawn="1"/>
          </p:nvSpPr>
          <p:spPr>
            <a:xfrm>
              <a:off x="4664579" y="137845"/>
              <a:ext cx="2862841" cy="649688"/>
            </a:xfrm>
            <a:prstGeom prst="rect">
              <a:avLst/>
            </a:prstGeom>
          </p:spPr>
          <p:style>
            <a:lnRef idx="3">
              <a:schemeClr val="lt1"/>
            </a:lnRef>
            <a:fillRef idx="1">
              <a:schemeClr val="accent2"/>
            </a:fillRef>
            <a:effectRef idx="1">
              <a:schemeClr val="accent2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MX"/>
            </a:p>
          </p:txBody>
        </p:sp>
        <p:pic>
          <p:nvPicPr>
            <p:cNvPr id="10" name="Imagen 9" descr="Forma&#10;&#10;Descripción generada automáticamente con confianza media">
              <a:extLst>
                <a:ext uri="{FF2B5EF4-FFF2-40B4-BE49-F238E27FC236}">
                  <a16:creationId xmlns:a16="http://schemas.microsoft.com/office/drawing/2014/main" id="{0D18C5FD-2CE3-D39E-5279-6720BD8F20DE}"/>
                </a:ext>
              </a:extLst>
            </p:cNvPr>
            <p:cNvPicPr>
              <a:picLocks noChangeAspect="1"/>
            </p:cNvPicPr>
            <p:nvPr userDrawn="1"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789437" y="180812"/>
              <a:ext cx="2613124" cy="467743"/>
            </a:xfrm>
            <a:prstGeom prst="rect">
              <a:avLst/>
            </a:prstGeom>
          </p:spPr>
        </p:pic>
      </p:grp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45038642-8218-4197-9987-D281CC9FD54E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1979875" y="2654353"/>
            <a:ext cx="3665552" cy="774647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800" i="0" kern="12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Name</a:t>
            </a:r>
          </a:p>
        </p:txBody>
      </p:sp>
      <p:sp>
        <p:nvSpPr>
          <p:cNvPr id="6" name="Text Placeholder 4">
            <a:extLst>
              <a:ext uri="{FF2B5EF4-FFF2-40B4-BE49-F238E27FC236}">
                <a16:creationId xmlns:a16="http://schemas.microsoft.com/office/drawing/2014/main" id="{0CC42AEF-ED82-C0AD-D85C-94E807A1AAA7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1979875" y="3491301"/>
            <a:ext cx="3665552" cy="774647"/>
          </a:xfr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i="0" kern="12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Position 1</a:t>
            </a:r>
          </a:p>
          <a:p>
            <a:pPr lvl="0"/>
            <a:r>
              <a:rPr lang="en-US"/>
              <a:t>Position 2</a:t>
            </a:r>
          </a:p>
        </p:txBody>
      </p:sp>
      <p:sp>
        <p:nvSpPr>
          <p:cNvPr id="7" name="Text Placeholder 4">
            <a:extLst>
              <a:ext uri="{FF2B5EF4-FFF2-40B4-BE49-F238E27FC236}">
                <a16:creationId xmlns:a16="http://schemas.microsoft.com/office/drawing/2014/main" id="{F978D49D-0DF8-1226-974C-94276DDC2165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714873" y="2654353"/>
            <a:ext cx="3665552" cy="774647"/>
          </a:xfrm>
        </p:spPr>
        <p:txBody>
          <a:bodyPr>
            <a:norm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2800" i="0" kern="12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Date</a:t>
            </a:r>
          </a:p>
        </p:txBody>
      </p:sp>
      <p:sp>
        <p:nvSpPr>
          <p:cNvPr id="15" name="Text Placeholder 4">
            <a:extLst>
              <a:ext uri="{FF2B5EF4-FFF2-40B4-BE49-F238E27FC236}">
                <a16:creationId xmlns:a16="http://schemas.microsoft.com/office/drawing/2014/main" id="{14D36CFA-6C11-194A-8585-F927FF0C179B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5714873" y="3491301"/>
            <a:ext cx="3665552" cy="774647"/>
          </a:xfrm>
        </p:spPr>
        <p:txBody>
          <a:bodyPr>
            <a:noAutofit/>
          </a:bodyPr>
          <a:lstStyle>
            <a:lvl1pPr marL="0" indent="0" algn="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lang="en-US" sz="1400" i="0" kern="1200" dirty="0">
                <a:solidFill>
                  <a:schemeClr val="accent2"/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lvl="0"/>
            <a:r>
              <a:rPr lang="en-US"/>
              <a:t>Venue</a:t>
            </a:r>
          </a:p>
          <a:p>
            <a:pPr lvl="0"/>
            <a:r>
              <a:rPr lang="en-US"/>
              <a:t>Institution, City, Country</a:t>
            </a:r>
          </a:p>
        </p:txBody>
      </p:sp>
    </p:spTree>
    <p:extLst>
      <p:ext uri="{BB962C8B-B14F-4D97-AF65-F5344CB8AC3E}">
        <p14:creationId xmlns:p14="http://schemas.microsoft.com/office/powerpoint/2010/main" val="28740214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objec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FC9FA9E-7AF1-2B8F-8E5B-F341A426630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319120" y="365125"/>
            <a:ext cx="11034680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3249DE81-337C-617F-B500-591F8EB6F60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Marcador de fecha 3">
            <a:extLst>
              <a:ext uri="{FF2B5EF4-FFF2-40B4-BE49-F238E27FC236}">
                <a16:creationId xmlns:a16="http://schemas.microsoft.com/office/drawing/2014/main" id="{7403AE8A-9304-6E4B-91DF-72158314BF0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9" y="6356350"/>
            <a:ext cx="1304224" cy="365125"/>
          </a:xfrm>
          <a:prstGeom prst="rect">
            <a:avLst/>
          </a:prstGeom>
        </p:spPr>
        <p:txBody>
          <a:bodyPr anchor="ctr"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A65404F8-D6E6-4722-A8D7-5A45E730DFCE}" type="datetime4">
              <a:rPr lang="en-US" smtClean="0"/>
              <a:t>January 28, 2026</a:t>
            </a:fld>
            <a:endParaRPr lang="en-US"/>
          </a:p>
        </p:txBody>
      </p:sp>
      <p:sp>
        <p:nvSpPr>
          <p:cNvPr id="5" name="Marcador de pie de página 4">
            <a:extLst>
              <a:ext uri="{FF2B5EF4-FFF2-40B4-BE49-F238E27FC236}">
                <a16:creationId xmlns:a16="http://schemas.microsoft.com/office/drawing/2014/main" id="{9EC29824-4960-D599-1B77-3A208B1980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6" name="Marcador de número de diapositiva 5">
            <a:extLst>
              <a:ext uri="{FF2B5EF4-FFF2-40B4-BE49-F238E27FC236}">
                <a16:creationId xmlns:a16="http://schemas.microsoft.com/office/drawing/2014/main" id="{60FBEEC9-49A2-0CB7-C2E5-14BA0CE614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 anchor="ctr"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  <p:pic>
        <p:nvPicPr>
          <p:cNvPr id="9" name="Imagen 8" descr="Forma&#10;&#10;Descripción generada automáticamente con confianza media">
            <a:extLst>
              <a:ext uri="{FF2B5EF4-FFF2-40B4-BE49-F238E27FC236}">
                <a16:creationId xmlns:a16="http://schemas.microsoft.com/office/drawing/2014/main" id="{882B2D48-1C99-1DEF-C8FF-A6DDD14EF9BA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20" name="Imagen 19" descr="Icono&#10;&#10;Descripción generada automáticamente">
            <a:extLst>
              <a:ext uri="{FF2B5EF4-FFF2-40B4-BE49-F238E27FC236}">
                <a16:creationId xmlns:a16="http://schemas.microsoft.com/office/drawing/2014/main" id="{E938DF8B-4E83-56A9-70B3-1E8C3233B14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ED2691A3-8D8E-3013-4B0B-D9ECB4815CCE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319118" y="6094413"/>
            <a:ext cx="11574219" cy="261937"/>
          </a:xfrm>
        </p:spPr>
        <p:txBody>
          <a:bodyPr anchor="b">
            <a:normAutofit/>
          </a:bodyPr>
          <a:lstStyle>
            <a:lvl1pPr marL="514350" indent="-514350">
              <a:lnSpc>
                <a:spcPct val="100000"/>
              </a:lnSpc>
              <a:buFont typeface="+mj-lt"/>
              <a:buAutoNum type="arabicPeriod"/>
              <a:defRPr sz="900">
                <a:latin typeface="+mn-lt"/>
              </a:defRPr>
            </a:lvl1pPr>
            <a:lvl2pPr marL="914400" indent="-457200">
              <a:buFont typeface="+mj-lt"/>
              <a:buAutoNum type="arabicPeriod"/>
              <a:defRPr/>
            </a:lvl2pPr>
            <a:lvl3pPr marL="1371600" indent="-457200">
              <a:buFont typeface="+mj-lt"/>
              <a:buAutoNum type="arabicPeriod"/>
              <a:defRPr/>
            </a:lvl3pPr>
            <a:lvl4pPr marL="1714500" indent="-342900">
              <a:buFont typeface="+mj-lt"/>
              <a:buAutoNum type="arabicPeriod"/>
              <a:defRPr/>
            </a:lvl4pPr>
            <a:lvl5pPr marL="2171700" indent="-342900">
              <a:buFont typeface="+mj-lt"/>
              <a:buAutoNum type="arabicPeriod"/>
              <a:defRPr/>
            </a:lvl5pPr>
          </a:lstStyle>
          <a:p>
            <a:pPr lvl="0"/>
            <a:r>
              <a:rPr lang="en-US"/>
              <a:t>References</a:t>
            </a:r>
          </a:p>
        </p:txBody>
      </p:sp>
    </p:spTree>
    <p:extLst>
      <p:ext uri="{BB962C8B-B14F-4D97-AF65-F5344CB8AC3E}">
        <p14:creationId xmlns:p14="http://schemas.microsoft.com/office/powerpoint/2010/main" val="196989771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C10F6215-8DD3-3F8B-23EF-8126CFAD893F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1850" y="768350"/>
            <a:ext cx="7543029" cy="3794125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B6931003-C094-3C6E-35C5-420E0AA1240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 i="1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Imagen 12" descr="Icono&#10;&#10;Descripción generada automáticamente">
            <a:extLst>
              <a:ext uri="{FF2B5EF4-FFF2-40B4-BE49-F238E27FC236}">
                <a16:creationId xmlns:a16="http://schemas.microsoft.com/office/drawing/2014/main" id="{684F5E72-F5E5-E759-0AA1-CFBC5E978FF8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pic>
        <p:nvPicPr>
          <p:cNvPr id="11" name="Imagen 10" descr="Forma&#10;&#10;Descripción generada automáticamente con confianza media">
            <a:extLst>
              <a:ext uri="{FF2B5EF4-FFF2-40B4-BE49-F238E27FC236}">
                <a16:creationId xmlns:a16="http://schemas.microsoft.com/office/drawing/2014/main" id="{4585994B-FDA9-3003-86BC-209108A57BFF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sp>
        <p:nvSpPr>
          <p:cNvPr id="14" name="Marcador de fecha 3">
            <a:extLst>
              <a:ext uri="{FF2B5EF4-FFF2-40B4-BE49-F238E27FC236}">
                <a16:creationId xmlns:a16="http://schemas.microsoft.com/office/drawing/2014/main" id="{3BC6C0FC-AE94-01F3-AA78-316F4D32785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68880" y="6356350"/>
            <a:ext cx="1270535" cy="365125"/>
          </a:xfrm>
          <a:prstGeom prst="rect">
            <a:avLst/>
          </a:prstGeom>
        </p:spPr>
        <p:txBody>
          <a:bodyPr anchor="ctr"/>
          <a:lstStyle>
            <a:lvl1pPr>
              <a:defRPr lang="en-US" smtClean="0"/>
            </a:lvl1pPr>
          </a:lstStyle>
          <a:p>
            <a:fld id="{D59467CD-606F-49C5-BF44-5CB6AA1BF748}" type="datetime4">
              <a:rPr lang="en-US" smtClean="0"/>
              <a:t>January 28, 2026</a:t>
            </a:fld>
            <a:endParaRPr lang="en-US"/>
          </a:p>
        </p:txBody>
      </p:sp>
      <p:sp>
        <p:nvSpPr>
          <p:cNvPr id="15" name="Marcador de pie de página 4">
            <a:extLst>
              <a:ext uri="{FF2B5EF4-FFF2-40B4-BE49-F238E27FC236}">
                <a16:creationId xmlns:a16="http://schemas.microsoft.com/office/drawing/2014/main" id="{95F658F4-252E-FCF5-8DC4-C205D624D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6" name="Marcador de número de diapositiva 5">
            <a:extLst>
              <a:ext uri="{FF2B5EF4-FFF2-40B4-BE49-F238E27FC236}">
                <a16:creationId xmlns:a16="http://schemas.microsoft.com/office/drawing/2014/main" id="{E8ED71CB-9064-0494-3D4D-A4B127E63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9848638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DC39ACE4-3B22-B8A9-4044-314DB963C3E4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6F2CF7D0-4344-9A6B-0BF3-FA24E1EE9B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pic>
        <p:nvPicPr>
          <p:cNvPr id="13" name="Imagen 12" descr="Forma&#10;&#10;Descripción generada automáticamente con confianza media">
            <a:extLst>
              <a:ext uri="{FF2B5EF4-FFF2-40B4-BE49-F238E27FC236}">
                <a16:creationId xmlns:a16="http://schemas.microsoft.com/office/drawing/2014/main" id="{9F8490A3-32BA-38B6-B297-3B3087F3154D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4" name="Imagen 13" descr="Icono&#10;&#10;Descripción generada automáticamente">
            <a:extLst>
              <a:ext uri="{FF2B5EF4-FFF2-40B4-BE49-F238E27FC236}">
                <a16:creationId xmlns:a16="http://schemas.microsoft.com/office/drawing/2014/main" id="{D04ED747-C3EA-AFC2-5934-7AF2A5C93F29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5" name="Título 1">
            <a:extLst>
              <a:ext uri="{FF2B5EF4-FFF2-40B4-BE49-F238E27FC236}">
                <a16:creationId xmlns:a16="http://schemas.microsoft.com/office/drawing/2014/main" id="{142CABB7-AD4E-A12A-4F8A-8CBA2EE0131B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199" y="365125"/>
            <a:ext cx="10515599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11" name="Marcador de fecha 3">
            <a:extLst>
              <a:ext uri="{FF2B5EF4-FFF2-40B4-BE49-F238E27FC236}">
                <a16:creationId xmlns:a16="http://schemas.microsoft.com/office/drawing/2014/main" id="{B5563B19-304C-30DC-A9E2-546B2001961E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59255" y="6356350"/>
            <a:ext cx="1299410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D9E0369-E596-4CC2-B716-DB4FAF33A982}" type="datetime4">
              <a:rPr lang="en-US" smtClean="0"/>
              <a:t>January 28, 2026</a:t>
            </a:fld>
            <a:endParaRPr lang="es-MX"/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5BDC66A1-8E6C-22B9-8CA9-A24DDEF0E6F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6" name="Marcador de número de diapositiva 5">
            <a:extLst>
              <a:ext uri="{FF2B5EF4-FFF2-40B4-BE49-F238E27FC236}">
                <a16:creationId xmlns:a16="http://schemas.microsoft.com/office/drawing/2014/main" id="{30FA02BD-6D96-5DE7-B3C1-DCC6C02323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26227925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EAF0AADF-66F7-A357-585B-B92CA92E0F5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766621"/>
            <a:ext cx="5157787" cy="82391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Marcador de contenido 3">
            <a:extLst>
              <a:ext uri="{FF2B5EF4-FFF2-40B4-BE49-F238E27FC236}">
                <a16:creationId xmlns:a16="http://schemas.microsoft.com/office/drawing/2014/main" id="{7B618ACB-A1A0-6286-6B3E-92F91FD36C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922661"/>
            <a:ext cx="5157787" cy="326700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5" name="Marcador de texto 4">
            <a:extLst>
              <a:ext uri="{FF2B5EF4-FFF2-40B4-BE49-F238E27FC236}">
                <a16:creationId xmlns:a16="http://schemas.microsoft.com/office/drawing/2014/main" id="{21F2F577-5282-9F7D-4F4D-1DB111160B0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766621"/>
            <a:ext cx="5183188" cy="823912"/>
          </a:xfrm>
        </p:spPr>
        <p:txBody>
          <a:bodyPr anchor="b"/>
          <a:lstStyle>
            <a:lvl1pPr marL="0" indent="0">
              <a:buNone/>
              <a:defRPr sz="2400" b="0" i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Marcador de contenido 5">
            <a:extLst>
              <a:ext uri="{FF2B5EF4-FFF2-40B4-BE49-F238E27FC236}">
                <a16:creationId xmlns:a16="http://schemas.microsoft.com/office/drawing/2014/main" id="{2144A096-AA24-3FC4-1A58-FFDE5CB1438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922661"/>
            <a:ext cx="5183188" cy="3267001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pic>
        <p:nvPicPr>
          <p:cNvPr id="15" name="Imagen 14" descr="Forma&#10;&#10;Descripción generada automáticamente con confianza media">
            <a:extLst>
              <a:ext uri="{FF2B5EF4-FFF2-40B4-BE49-F238E27FC236}">
                <a16:creationId xmlns:a16="http://schemas.microsoft.com/office/drawing/2014/main" id="{8926D58D-1911-E053-8BCE-680C34E42069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6" name="Imagen 15" descr="Icono&#10;&#10;Descripción generada automáticamente">
            <a:extLst>
              <a:ext uri="{FF2B5EF4-FFF2-40B4-BE49-F238E27FC236}">
                <a16:creationId xmlns:a16="http://schemas.microsoft.com/office/drawing/2014/main" id="{116DAE83-EC34-0363-B771-FF8E52CE037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7" name="Título 1">
            <a:extLst>
              <a:ext uri="{FF2B5EF4-FFF2-40B4-BE49-F238E27FC236}">
                <a16:creationId xmlns:a16="http://schemas.microsoft.com/office/drawing/2014/main" id="{45FDAADD-FD8E-48CA-B517-5CE5FB9C1B74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599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13" name="Marcador de fecha 3">
            <a:extLst>
              <a:ext uri="{FF2B5EF4-FFF2-40B4-BE49-F238E27FC236}">
                <a16:creationId xmlns:a16="http://schemas.microsoft.com/office/drawing/2014/main" id="{C631CC8D-6625-582A-A607-B5B73ED3803A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FD80F4B5-DD3B-486C-A527-F777654EC5D1}" type="datetime4">
              <a:rPr lang="en-US" smtClean="0"/>
              <a:t>January 28, 2026</a:t>
            </a:fld>
            <a:endParaRPr lang="es-MX"/>
          </a:p>
        </p:txBody>
      </p:sp>
      <p:sp>
        <p:nvSpPr>
          <p:cNvPr id="14" name="Marcador de pie de página 4">
            <a:extLst>
              <a:ext uri="{FF2B5EF4-FFF2-40B4-BE49-F238E27FC236}">
                <a16:creationId xmlns:a16="http://schemas.microsoft.com/office/drawing/2014/main" id="{8A95C323-DD12-E48A-6ED0-EE469699647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8" name="Marcador de número de diapositiva 5">
            <a:extLst>
              <a:ext uri="{FF2B5EF4-FFF2-40B4-BE49-F238E27FC236}">
                <a16:creationId xmlns:a16="http://schemas.microsoft.com/office/drawing/2014/main" id="{2E75E940-1F55-3277-9212-269BA92709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83946710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Imagen 10" descr="Forma&#10;&#10;Descripción generada automáticamente con confianza media">
            <a:extLst>
              <a:ext uri="{FF2B5EF4-FFF2-40B4-BE49-F238E27FC236}">
                <a16:creationId xmlns:a16="http://schemas.microsoft.com/office/drawing/2014/main" id="{2B7DF355-0990-97A6-5D7E-D364877AC77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2" name="Imagen 11" descr="Icono&#10;&#10;Descripción generada automáticamente">
            <a:extLst>
              <a:ext uri="{FF2B5EF4-FFF2-40B4-BE49-F238E27FC236}">
                <a16:creationId xmlns:a16="http://schemas.microsoft.com/office/drawing/2014/main" id="{28525C45-4E83-5F24-E014-F49C9B9AB55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3" name="Título 1">
            <a:extLst>
              <a:ext uri="{FF2B5EF4-FFF2-40B4-BE49-F238E27FC236}">
                <a16:creationId xmlns:a16="http://schemas.microsoft.com/office/drawing/2014/main" id="{6965AEF9-7D97-B228-B785-12B95349494A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599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9" name="Marcador de fecha 3">
            <a:extLst>
              <a:ext uri="{FF2B5EF4-FFF2-40B4-BE49-F238E27FC236}">
                <a16:creationId xmlns:a16="http://schemas.microsoft.com/office/drawing/2014/main" id="{39937B47-3C1E-9493-9055-DDAB4563768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0A2F9B7E-53D5-47A3-87EF-840A764BD8FE}" type="datetime4">
              <a:rPr lang="en-US" smtClean="0"/>
              <a:t>January 28, 2026</a:t>
            </a:fld>
            <a:endParaRPr lang="es-MX"/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E003F948-EB9C-F257-EAA2-22CD2C60F6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4" name="Marcador de número de diapositiva 5">
            <a:extLst>
              <a:ext uri="{FF2B5EF4-FFF2-40B4-BE49-F238E27FC236}">
                <a16:creationId xmlns:a16="http://schemas.microsoft.com/office/drawing/2014/main" id="{487CB8ED-0887-F259-6DB0-A411E864AA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54826094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Imagen 9" descr="Forma&#10;&#10;Descripción generada automáticamente con confianza media">
            <a:extLst>
              <a:ext uri="{FF2B5EF4-FFF2-40B4-BE49-F238E27FC236}">
                <a16:creationId xmlns:a16="http://schemas.microsoft.com/office/drawing/2014/main" id="{E0632A1B-2D32-6DD7-B28D-07A232DD043F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1" name="Imagen 10" descr="Icono&#10;&#10;Descripción generada automáticamente">
            <a:extLst>
              <a:ext uri="{FF2B5EF4-FFF2-40B4-BE49-F238E27FC236}">
                <a16:creationId xmlns:a16="http://schemas.microsoft.com/office/drawing/2014/main" id="{34CABE1F-189A-5205-D8EB-F80E0D54700C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3" name="Marcador de fecha 3">
            <a:extLst>
              <a:ext uri="{FF2B5EF4-FFF2-40B4-BE49-F238E27FC236}">
                <a16:creationId xmlns:a16="http://schemas.microsoft.com/office/drawing/2014/main" id="{EC5979DB-47E0-11F5-01EC-7E652B73F20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3797186-0E7D-451C-BD31-2F3D5F0161F2}" type="datetime4">
              <a:rPr lang="en-US" smtClean="0"/>
              <a:t>January 28, 2026</a:t>
            </a:fld>
            <a:endParaRPr lang="es-MX"/>
          </a:p>
        </p:txBody>
      </p:sp>
      <p:sp>
        <p:nvSpPr>
          <p:cNvPr id="14" name="Marcador de pie de página 4">
            <a:extLst>
              <a:ext uri="{FF2B5EF4-FFF2-40B4-BE49-F238E27FC236}">
                <a16:creationId xmlns:a16="http://schemas.microsoft.com/office/drawing/2014/main" id="{E644F463-785A-C382-2A28-555BBB7740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5" name="Marcador de número de diapositiva 5">
            <a:extLst>
              <a:ext uri="{FF2B5EF4-FFF2-40B4-BE49-F238E27FC236}">
                <a16:creationId xmlns:a16="http://schemas.microsoft.com/office/drawing/2014/main" id="{B595C627-0F79-7E9C-2602-0FC42FB61D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07717298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contenido 2">
            <a:extLst>
              <a:ext uri="{FF2B5EF4-FFF2-40B4-BE49-F238E27FC236}">
                <a16:creationId xmlns:a16="http://schemas.microsoft.com/office/drawing/2014/main" id="{9B373F61-4322-BCE3-1479-155CCA4A41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4" name="Marcador de texto 3">
            <a:extLst>
              <a:ext uri="{FF2B5EF4-FFF2-40B4-BE49-F238E27FC236}">
                <a16:creationId xmlns:a16="http://schemas.microsoft.com/office/drawing/2014/main" id="{F06A91F8-C6C8-B7C0-3CAD-1B38C24B357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9914"/>
            <a:ext cx="4236413" cy="345907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pic>
        <p:nvPicPr>
          <p:cNvPr id="13" name="Imagen 12" descr="Forma&#10;&#10;Descripción generada automáticamente con confianza media">
            <a:extLst>
              <a:ext uri="{FF2B5EF4-FFF2-40B4-BE49-F238E27FC236}">
                <a16:creationId xmlns:a16="http://schemas.microsoft.com/office/drawing/2014/main" id="{2F6F57B0-C5B2-A86B-8026-2FE43409E613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4" name="Imagen 13" descr="Icono&#10;&#10;Descripción generada automáticamente">
            <a:extLst>
              <a:ext uri="{FF2B5EF4-FFF2-40B4-BE49-F238E27FC236}">
                <a16:creationId xmlns:a16="http://schemas.microsoft.com/office/drawing/2014/main" id="{30ED61C6-8048-2DF2-C09B-AFB42F1AAAF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5" name="Título 1">
            <a:extLst>
              <a:ext uri="{FF2B5EF4-FFF2-40B4-BE49-F238E27FC236}">
                <a16:creationId xmlns:a16="http://schemas.microsoft.com/office/drawing/2014/main" id="{AD09A649-C4C6-7D6F-94FD-B2210802635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38001" cy="1822598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11" name="Marcador de fecha 3">
            <a:extLst>
              <a:ext uri="{FF2B5EF4-FFF2-40B4-BE49-F238E27FC236}">
                <a16:creationId xmlns:a16="http://schemas.microsoft.com/office/drawing/2014/main" id="{9F482424-0CA0-53EC-B6C6-CC092AB3F17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9D94E318-0FEB-4023-B073-A9B1C70F4C44}" type="datetime4">
              <a:rPr lang="en-US" smtClean="0"/>
              <a:t>January 28, 2026</a:t>
            </a:fld>
            <a:endParaRPr lang="es-MX"/>
          </a:p>
        </p:txBody>
      </p:sp>
      <p:sp>
        <p:nvSpPr>
          <p:cNvPr id="12" name="Marcador de pie de página 4">
            <a:extLst>
              <a:ext uri="{FF2B5EF4-FFF2-40B4-BE49-F238E27FC236}">
                <a16:creationId xmlns:a16="http://schemas.microsoft.com/office/drawing/2014/main" id="{FA4CB8DF-4D38-081D-A5F3-8BC447F55F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6" name="Marcador de número de diapositiva 5">
            <a:extLst>
              <a:ext uri="{FF2B5EF4-FFF2-40B4-BE49-F238E27FC236}">
                <a16:creationId xmlns:a16="http://schemas.microsoft.com/office/drawing/2014/main" id="{50412CD0-03B2-FB52-8C59-C125C6693B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253266082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posición de imagen 2">
            <a:extLst>
              <a:ext uri="{FF2B5EF4-FFF2-40B4-BE49-F238E27FC236}">
                <a16:creationId xmlns:a16="http://schemas.microsoft.com/office/drawing/2014/main" id="{CDCD9E5D-F900-252D-270E-CB79DA18A21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s-MX"/>
          </a:p>
        </p:txBody>
      </p:sp>
      <p:pic>
        <p:nvPicPr>
          <p:cNvPr id="13" name="Imagen 12" descr="Forma&#10;&#10;Descripción generada automáticamente con confianza media">
            <a:extLst>
              <a:ext uri="{FF2B5EF4-FFF2-40B4-BE49-F238E27FC236}">
                <a16:creationId xmlns:a16="http://schemas.microsoft.com/office/drawing/2014/main" id="{F53DB6B0-FC98-DBD4-62EB-E895C9F492CB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4" name="Imagen 13" descr="Icono&#10;&#10;Descripción generada automáticamente">
            <a:extLst>
              <a:ext uri="{FF2B5EF4-FFF2-40B4-BE49-F238E27FC236}">
                <a16:creationId xmlns:a16="http://schemas.microsoft.com/office/drawing/2014/main" id="{BE2C39F6-A3AC-9574-B3FC-2BF4C5E3D3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5" name="Marcador de texto 3">
            <a:extLst>
              <a:ext uri="{FF2B5EF4-FFF2-40B4-BE49-F238E27FC236}">
                <a16:creationId xmlns:a16="http://schemas.microsoft.com/office/drawing/2014/main" id="{D963571A-DD58-155B-60FB-915F8C74656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409914"/>
            <a:ext cx="4236413" cy="3459073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ítulo 1">
            <a:extLst>
              <a:ext uri="{FF2B5EF4-FFF2-40B4-BE49-F238E27FC236}">
                <a16:creationId xmlns:a16="http://schemas.microsoft.com/office/drawing/2014/main" id="{9933457E-0DEB-20DA-E628-956FDC8C9493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4238001" cy="1822598"/>
          </a:xfrm>
        </p:spPr>
        <p:txBody>
          <a:bodyPr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7" name="Marcador de fecha 3">
            <a:extLst>
              <a:ext uri="{FF2B5EF4-FFF2-40B4-BE49-F238E27FC236}">
                <a16:creationId xmlns:a16="http://schemas.microsoft.com/office/drawing/2014/main" id="{102F433A-E052-80BA-86F1-B2CE9180B30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748E9042-D967-4E0D-BD72-40F1A7B49BEB}" type="datetime4">
              <a:rPr lang="en-US" smtClean="0"/>
              <a:t>January 28, 2026</a:t>
            </a:fld>
            <a:endParaRPr lang="es-MX"/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5743B23F-C4B1-20B1-9155-FE73F00A4AD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2" name="Marcador de número de diapositiva 5">
            <a:extLst>
              <a:ext uri="{FF2B5EF4-FFF2-40B4-BE49-F238E27FC236}">
                <a16:creationId xmlns:a16="http://schemas.microsoft.com/office/drawing/2014/main" id="{C2F423A7-5DA2-AD59-D101-3DC46CA85B9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180989298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arcador de texto vertical 2">
            <a:extLst>
              <a:ext uri="{FF2B5EF4-FFF2-40B4-BE49-F238E27FC236}">
                <a16:creationId xmlns:a16="http://schemas.microsoft.com/office/drawing/2014/main" id="{1F3FD4F5-F620-03A0-2463-BE800C383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pic>
        <p:nvPicPr>
          <p:cNvPr id="12" name="Imagen 11" descr="Forma&#10;&#10;Descripción generada automáticamente con confianza media">
            <a:extLst>
              <a:ext uri="{FF2B5EF4-FFF2-40B4-BE49-F238E27FC236}">
                <a16:creationId xmlns:a16="http://schemas.microsoft.com/office/drawing/2014/main" id="{C4CACA47-2460-7E13-5963-BC5A26084AF7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3" name="Imagen 12" descr="Icono&#10;&#10;Descripción generada automáticamente">
            <a:extLst>
              <a:ext uri="{FF2B5EF4-FFF2-40B4-BE49-F238E27FC236}">
                <a16:creationId xmlns:a16="http://schemas.microsoft.com/office/drawing/2014/main" id="{0979CF61-39AB-4490-5D23-A07809936A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4" name="Título 1">
            <a:extLst>
              <a:ext uri="{FF2B5EF4-FFF2-40B4-BE49-F238E27FC236}">
                <a16:creationId xmlns:a16="http://schemas.microsoft.com/office/drawing/2014/main" id="{249D8FC2-E444-D9E6-D75F-A30F31B4582D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838200" y="365125"/>
            <a:ext cx="10515599" cy="1325563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10" name="Marcador de fecha 3">
            <a:extLst>
              <a:ext uri="{FF2B5EF4-FFF2-40B4-BE49-F238E27FC236}">
                <a16:creationId xmlns:a16="http://schemas.microsoft.com/office/drawing/2014/main" id="{59CF7297-C054-E1D6-DE9C-A8ACA9641265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37F3F316-E20F-4B2B-AFB4-831C685C74B6}" type="datetime4">
              <a:rPr lang="en-US" smtClean="0"/>
              <a:t>January 28, 2026</a:t>
            </a:fld>
            <a:endParaRPr lang="es-MX"/>
          </a:p>
        </p:txBody>
      </p:sp>
      <p:sp>
        <p:nvSpPr>
          <p:cNvPr id="11" name="Marcador de pie de página 4">
            <a:extLst>
              <a:ext uri="{FF2B5EF4-FFF2-40B4-BE49-F238E27FC236}">
                <a16:creationId xmlns:a16="http://schemas.microsoft.com/office/drawing/2014/main" id="{9A293C72-D5F9-C01A-86CD-B4C32AA7752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5" name="Marcador de número de diapositiva 5">
            <a:extLst>
              <a:ext uri="{FF2B5EF4-FFF2-40B4-BE49-F238E27FC236}">
                <a16:creationId xmlns:a16="http://schemas.microsoft.com/office/drawing/2014/main" id="{970F4AA7-F32B-75A3-9E8B-E69F791728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404784655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Imagen 11" descr="Forma&#10;&#10;Descripción generada automáticamente con confianza media">
            <a:extLst>
              <a:ext uri="{FF2B5EF4-FFF2-40B4-BE49-F238E27FC236}">
                <a16:creationId xmlns:a16="http://schemas.microsoft.com/office/drawing/2014/main" id="{45714F61-E5E4-EB8D-7D3E-846D2972B8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pic>
        <p:nvPicPr>
          <p:cNvPr id="13" name="Imagen 12" descr="Icono&#10;&#10;Descripción generada automáticamente">
            <a:extLst>
              <a:ext uri="{FF2B5EF4-FFF2-40B4-BE49-F238E27FC236}">
                <a16:creationId xmlns:a16="http://schemas.microsoft.com/office/drawing/2014/main" id="{A0396AE5-2933-D646-5ECF-8C482ED5B97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511187" y="186551"/>
            <a:ext cx="487109" cy="587785"/>
          </a:xfrm>
          <a:prstGeom prst="rect">
            <a:avLst/>
          </a:prstGeom>
        </p:spPr>
      </p:pic>
      <p:sp>
        <p:nvSpPr>
          <p:cNvPr id="14" name="Marcador de contenido 2">
            <a:extLst>
              <a:ext uri="{FF2B5EF4-FFF2-40B4-BE49-F238E27FC236}">
                <a16:creationId xmlns:a16="http://schemas.microsoft.com/office/drawing/2014/main" id="{760ED615-7837-B659-5C5D-3342541364E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 rot="5400000">
            <a:off x="3753972" y="1329531"/>
            <a:ext cx="5181600" cy="4351338"/>
          </a:xfrm>
        </p:spPr>
        <p:txBody>
          <a:bodyPr>
            <a:normAutofit/>
          </a:bodyPr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s-MX"/>
          </a:p>
        </p:txBody>
      </p:sp>
      <p:sp>
        <p:nvSpPr>
          <p:cNvPr id="15" name="Título 1">
            <a:extLst>
              <a:ext uri="{FF2B5EF4-FFF2-40B4-BE49-F238E27FC236}">
                <a16:creationId xmlns:a16="http://schemas.microsoft.com/office/drawing/2014/main" id="{CB0915C8-75B1-01D3-B801-C589BBB4E529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 rot="5400000">
            <a:off x="7399693" y="2233071"/>
            <a:ext cx="5272777" cy="2635435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tx1"/>
                </a:solidFill>
              </a:defRPr>
            </a:lvl1pPr>
          </a:lstStyle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6" name="Marcador de fecha 3">
            <a:extLst>
              <a:ext uri="{FF2B5EF4-FFF2-40B4-BE49-F238E27FC236}">
                <a16:creationId xmlns:a16="http://schemas.microsoft.com/office/drawing/2014/main" id="{BAF1DE25-495E-7592-EDB3-8CE650FCF8A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567151" y="6356350"/>
            <a:ext cx="1013537" cy="365125"/>
          </a:xfrm>
          <a:prstGeom prst="rect">
            <a:avLst/>
          </a:prstGeom>
        </p:spPr>
        <p:txBody>
          <a:bodyPr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C4E4FA53-325D-4EFB-B6CC-49294224DF02}" type="datetime4">
              <a:rPr lang="en-US" smtClean="0"/>
              <a:t>January 28, 2026</a:t>
            </a:fld>
            <a:endParaRPr lang="es-MX"/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9EBD78A7-D56F-71B6-4340-96D026F4F05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pPr algn="ctr"/>
            <a:endParaRPr lang="es-MX"/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4168E466-F2DE-54FF-4F77-F02AD79568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41831D9-926B-4302-A6F7-54B31F00B9E1}" type="slidenum">
              <a:rPr lang="es-MX" smtClean="0"/>
              <a:pPr/>
              <a:t>‹#›</a:t>
            </a:fld>
            <a:endParaRPr lang="es-MX"/>
          </a:p>
        </p:txBody>
      </p:sp>
    </p:spTree>
    <p:extLst>
      <p:ext uri="{BB962C8B-B14F-4D97-AF65-F5344CB8AC3E}">
        <p14:creationId xmlns:p14="http://schemas.microsoft.com/office/powerpoint/2010/main" val="30993756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image" Target="../media/image1.png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título 1">
            <a:extLst>
              <a:ext uri="{FF2B5EF4-FFF2-40B4-BE49-F238E27FC236}">
                <a16:creationId xmlns:a16="http://schemas.microsoft.com/office/drawing/2014/main" id="{0145AA99-9C77-3152-D2E1-791F9F5AEB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9119" y="365125"/>
            <a:ext cx="11574218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CLICK HERE TO MODIFY</a:t>
            </a:r>
            <a:endParaRPr lang="es-MX"/>
          </a:p>
        </p:txBody>
      </p:sp>
      <p:sp>
        <p:nvSpPr>
          <p:cNvPr id="3" name="Marcador de texto 2">
            <a:extLst>
              <a:ext uri="{FF2B5EF4-FFF2-40B4-BE49-F238E27FC236}">
                <a16:creationId xmlns:a16="http://schemas.microsoft.com/office/drawing/2014/main" id="{D4592021-C25E-2227-CE66-247C6EB2C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19119" y="1690688"/>
            <a:ext cx="11574218" cy="4486275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 err="1"/>
              <a:t>Click</a:t>
            </a:r>
            <a:r>
              <a:rPr lang="es-ES"/>
              <a:t> </a:t>
            </a:r>
            <a:r>
              <a:rPr lang="es-ES" err="1"/>
              <a:t>here</a:t>
            </a:r>
            <a:r>
              <a:rPr lang="es-ES"/>
              <a:t> </a:t>
            </a:r>
            <a:r>
              <a:rPr lang="es-ES" err="1"/>
              <a:t>to</a:t>
            </a:r>
            <a:r>
              <a:rPr lang="es-ES"/>
              <a:t> </a:t>
            </a:r>
            <a:r>
              <a:rPr lang="es-ES" err="1"/>
              <a:t>modify</a:t>
            </a:r>
            <a:endParaRPr lang="es-ES"/>
          </a:p>
          <a:p>
            <a:pPr lvl="1"/>
            <a:r>
              <a:rPr lang="es-ES" err="1"/>
              <a:t>Second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2"/>
            <a:r>
              <a:rPr lang="es-ES" err="1"/>
              <a:t>Third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3"/>
            <a:r>
              <a:rPr lang="es-ES" err="1"/>
              <a:t>Fourth</a:t>
            </a:r>
            <a:r>
              <a:rPr lang="es-ES"/>
              <a:t> </a:t>
            </a:r>
            <a:r>
              <a:rPr lang="es-ES" err="1"/>
              <a:t>level</a:t>
            </a:r>
            <a:endParaRPr lang="es-ES"/>
          </a:p>
          <a:p>
            <a:pPr lvl="4"/>
            <a:r>
              <a:rPr lang="es-ES" err="1"/>
              <a:t>Fifth</a:t>
            </a:r>
            <a:r>
              <a:rPr lang="es-ES"/>
              <a:t> </a:t>
            </a:r>
            <a:r>
              <a:rPr lang="es-ES" err="1"/>
              <a:t>Level</a:t>
            </a:r>
            <a:endParaRPr lang="es-MX"/>
          </a:p>
        </p:txBody>
      </p:sp>
      <p:pic>
        <p:nvPicPr>
          <p:cNvPr id="7" name="Imagen 6" descr="Forma&#10;&#10;Descripción generada automáticamente con confianza media">
            <a:extLst>
              <a:ext uri="{FF2B5EF4-FFF2-40B4-BE49-F238E27FC236}">
                <a16:creationId xmlns:a16="http://schemas.microsoft.com/office/drawing/2014/main" id="{FC9DEEAA-FE1F-0839-A61E-70958C8510AF}"/>
              </a:ext>
            </a:extLst>
          </p:cNvPr>
          <p:cNvPicPr>
            <a:picLocks noChangeAspect="1"/>
          </p:cNvPicPr>
          <p:nvPr userDrawn="1"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3844" y="6356350"/>
            <a:ext cx="1730502" cy="309756"/>
          </a:xfrm>
          <a:prstGeom prst="rect">
            <a:avLst/>
          </a:prstGeom>
        </p:spPr>
      </p:pic>
      <p:sp>
        <p:nvSpPr>
          <p:cNvPr id="9" name="Marcador de fecha 3">
            <a:extLst>
              <a:ext uri="{FF2B5EF4-FFF2-40B4-BE49-F238E27FC236}">
                <a16:creationId xmlns:a16="http://schemas.microsoft.com/office/drawing/2014/main" id="{4C5BA7D3-86BD-F576-BE03-823F1F1820F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2440005" y="6356350"/>
            <a:ext cx="1294598" cy="365125"/>
          </a:xfrm>
          <a:prstGeom prst="rect">
            <a:avLst/>
          </a:prstGeom>
        </p:spPr>
        <p:txBody>
          <a:bodyPr anchor="ctr"/>
          <a:lstStyle>
            <a:lvl1pPr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8D464806-4B4A-4BB7-BCE6-98E87EB69E2D}" type="datetime4">
              <a:rPr lang="en-US" smtClean="0"/>
              <a:t>January 28, 2026</a:t>
            </a:fld>
            <a:endParaRPr lang="en-US"/>
          </a:p>
        </p:txBody>
      </p:sp>
      <p:sp>
        <p:nvSpPr>
          <p:cNvPr id="10" name="Marcador de pie de página 4">
            <a:extLst>
              <a:ext uri="{FF2B5EF4-FFF2-40B4-BE49-F238E27FC236}">
                <a16:creationId xmlns:a16="http://schemas.microsoft.com/office/drawing/2014/main" id="{7A6E0445-6C8B-3BFB-BD96-A70511B4420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3793493" y="6356350"/>
            <a:ext cx="3767397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>
              <a:defRPr lang="es-MX" sz="1200" dirty="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pPr algn="ctr"/>
            <a:endParaRPr lang="en-US"/>
          </a:p>
        </p:txBody>
      </p:sp>
      <p:sp>
        <p:nvSpPr>
          <p:cNvPr id="11" name="Marcador de número de diapositiva 5">
            <a:extLst>
              <a:ext uri="{FF2B5EF4-FFF2-40B4-BE49-F238E27FC236}">
                <a16:creationId xmlns:a16="http://schemas.microsoft.com/office/drawing/2014/main" id="{055A7836-8952-D798-B4D7-E10B8D71026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630968" y="6356350"/>
            <a:ext cx="722831" cy="365125"/>
          </a:xfrm>
          <a:prstGeom prst="rect">
            <a:avLst/>
          </a:prstGeom>
        </p:spPr>
        <p:txBody>
          <a:bodyPr anchor="ctr"/>
          <a:lstStyle>
            <a:lvl1pPr algn="r">
              <a:defRPr lang="es-MX" sz="1200" kern="1200" smtClean="0">
                <a:solidFill>
                  <a:schemeClr val="tx1">
                    <a:tint val="82000"/>
                  </a:schemeClr>
                </a:solidFill>
                <a:latin typeface="Roboto" panose="02000000000000000000" pitchFamily="2" charset="0"/>
                <a:ea typeface="Roboto" panose="02000000000000000000" pitchFamily="2" charset="0"/>
                <a:cs typeface="Roboto" panose="02000000000000000000" pitchFamily="2" charset="0"/>
              </a:defRPr>
            </a:lvl1pPr>
          </a:lstStyle>
          <a:p>
            <a:fld id="{A41831D9-926B-4302-A6F7-54B31F00B9E1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27955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Roboto Medium" panose="02000000000000000000" pitchFamily="2" charset="0"/>
          <a:ea typeface="Roboto Medium" panose="02000000000000000000" pitchFamily="2" charset="0"/>
          <a:cs typeface="Roboto Medium" panose="02000000000000000000" pitchFamily="2" charset="0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Roboto" panose="02000000000000000000" pitchFamily="2" charset="0"/>
          <a:ea typeface="Roboto" panose="02000000000000000000" pitchFamily="2" charset="0"/>
          <a:cs typeface="Roboto" panose="02000000000000000000" pitchFamily="2" charset="0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s-MX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5E5E5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ubtitle 1">
            <a:extLst>
              <a:ext uri="{FF2B5EF4-FFF2-40B4-BE49-F238E27FC236}">
                <a16:creationId xmlns:a16="http://schemas.microsoft.com/office/drawing/2014/main" id="{E3ECCF0C-E842-9CFE-567F-FD6A1CE576F8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Rigetti Collab Updates</a:t>
            </a:r>
            <a:br>
              <a:rPr lang="en-US" dirty="0"/>
            </a:br>
            <a:r>
              <a:rPr lang="en-US" dirty="0"/>
              <a:t>Quantum Preconditioning Using Gurobi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6633184-E9F3-BAA8-85E2-99F0AAEFCBF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4285753" y="3041676"/>
            <a:ext cx="3665552" cy="774647"/>
          </a:xfrm>
        </p:spPr>
        <p:txBody>
          <a:bodyPr>
            <a:normAutofit fontScale="85000" lnSpcReduction="20000"/>
          </a:bodyPr>
          <a:lstStyle/>
          <a:p>
            <a:r>
              <a:rPr lang="en-US" dirty="0"/>
              <a:t>Anurag Ramesh</a:t>
            </a:r>
          </a:p>
          <a:p>
            <a:r>
              <a:rPr lang="en-US" dirty="0"/>
              <a:t>David E. Bernal Neira</a:t>
            </a:r>
          </a:p>
        </p:txBody>
      </p:sp>
    </p:spTree>
    <p:extLst>
      <p:ext uri="{BB962C8B-B14F-4D97-AF65-F5344CB8AC3E}">
        <p14:creationId xmlns:p14="http://schemas.microsoft.com/office/powerpoint/2010/main" val="42553351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77B38B2-A80C-BDDA-CAD1-7D03D70103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1/28/2026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28CDD8-701C-5FEF-9431-EA238B677F8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8, seed = 0,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6D3CE75-3874-C85F-4ED9-38F830180380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9" y="6356350"/>
            <a:ext cx="1473442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January 28,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5509A6-9E81-F676-BCC3-C6A6EABDEC1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C77785-05D8-DBA6-FE13-A71FF83FDB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2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6ABD8530-FB45-0482-4167-2DA92EAEE04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2E7B366-1FA5-A223-B96E-E33E561A63F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9118" y="2250433"/>
            <a:ext cx="5541451" cy="3132124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9A12088D-2B6F-8920-9D48-043850B3295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53395" y="2250433"/>
            <a:ext cx="5541449" cy="3132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753965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D62A94A-3A4C-359A-1851-5C1460E82E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8DA6E3-AE9E-DACD-1BE0-3C4A7D3BBF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1/28/2026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FAA0A58-F938-F6BF-1601-CB35E9BC813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20, seed = 0,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D641075-0B49-BF08-81A3-C77934F7E0C3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53777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January 28,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3EE0624-A5AD-55B1-6119-9D484EC676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1B35CA-A3C8-019C-CB77-511EF03B85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3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B6F6EDDC-1AD6-8975-27FD-A0569F84C5B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11723D88-C07F-EA6D-67E9-7A223CD01C3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13934" y="2379845"/>
            <a:ext cx="5352650" cy="3025411"/>
          </a:xfrm>
          <a:prstGeom prst="rect">
            <a:avLst/>
          </a:prstGeom>
        </p:spPr>
      </p:pic>
      <p:pic>
        <p:nvPicPr>
          <p:cNvPr id="15" name="Picture 14">
            <a:extLst>
              <a:ext uri="{FF2B5EF4-FFF2-40B4-BE49-F238E27FC236}">
                <a16:creationId xmlns:a16="http://schemas.microsoft.com/office/drawing/2014/main" id="{E0674121-02DA-13C6-1197-A447F62892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24541" y="2379845"/>
            <a:ext cx="5352650" cy="302541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2337041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44BC4D-4C09-6E9B-C2A8-A8694D35D6B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84A217-7CEF-57BB-1F84-CE98814F17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1/28/2026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CA400C6-3108-C96E-F741-A57F6F7BA0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dirty="0"/>
              <a:t>Solve QP/Baseline with Gurobi: N = 28, seed = 0, p = 1</a:t>
            </a:r>
          </a:p>
          <a:p>
            <a:pPr marL="0" indent="0">
              <a:buNone/>
            </a:pPr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8015274-EF9C-1BEE-5393-D384C4EDB95B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2449628" y="6356350"/>
            <a:ext cx="1434113" cy="365125"/>
          </a:xfrm>
        </p:spPr>
        <p:txBody>
          <a:bodyPr/>
          <a:lstStyle/>
          <a:p>
            <a:fld id="{A65404F8-D6E6-4722-A8D7-5A45E730DFCE}" type="datetime4">
              <a:rPr lang="en-US" smtClean="0"/>
              <a:t>January 28,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69351CA-B0A3-E659-3586-3AD7F27D77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algn="ctr"/>
            <a:endParaRPr lang="es-MX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0AE238C-A0C2-75D8-6748-6C31329220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41831D9-926B-4302-A6F7-54B31F00B9E1}" type="slidenum">
              <a:rPr lang="es-MX" smtClean="0"/>
              <a:pPr/>
              <a:t>4</a:t>
            </a:fld>
            <a:endParaRPr lang="es-MX"/>
          </a:p>
        </p:txBody>
      </p:sp>
      <p:sp>
        <p:nvSpPr>
          <p:cNvPr id="8" name="Text Placeholder 7">
            <a:extLst>
              <a:ext uri="{FF2B5EF4-FFF2-40B4-BE49-F238E27FC236}">
                <a16:creationId xmlns:a16="http://schemas.microsoft.com/office/drawing/2014/main" id="{D7543D64-A5D6-0D91-D9C1-082C866FE9CE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9F719AAF-1204-A8EC-08D6-10109AF2CAB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661" y="2379845"/>
            <a:ext cx="5352651" cy="3025411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17CA3945-4E0B-5E04-3398-29A2ADE71AB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94944" y="2365552"/>
            <a:ext cx="5352651" cy="302541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766147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Personalizado 1">
      <a:dk1>
        <a:sysClr val="windowText" lastClr="000000"/>
      </a:dk1>
      <a:lt1>
        <a:sysClr val="window" lastClr="FFFFFF"/>
      </a:lt1>
      <a:dk2>
        <a:srgbClr val="CCBA96"/>
      </a:dk2>
      <a:lt2>
        <a:srgbClr val="E8E8E8"/>
      </a:lt2>
      <a:accent1>
        <a:srgbClr val="000000"/>
      </a:accent1>
      <a:accent2>
        <a:srgbClr val="FFFFFF"/>
      </a:accent2>
      <a:accent3>
        <a:srgbClr val="CCBA96"/>
      </a:accent3>
      <a:accent4>
        <a:srgbClr val="000000"/>
      </a:accent4>
      <a:accent5>
        <a:srgbClr val="FFFFFF"/>
      </a:accent5>
      <a:accent6>
        <a:srgbClr val="CCBA96"/>
      </a:accent6>
      <a:hlink>
        <a:srgbClr val="156082"/>
      </a:hlink>
      <a:folHlink>
        <a:srgbClr val="CCBA96"/>
      </a:folHlink>
    </a:clrScheme>
    <a:fontScheme name="SECQUOIA">
      <a:majorFont>
        <a:latin typeface="Roboto Medium"/>
        <a:ea typeface=""/>
        <a:cs typeface=""/>
      </a:majorFont>
      <a:minorFont>
        <a:latin typeface="Robot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Plantilla Secquoia" id="{C6B8D85F-9CFC-4934-BEF1-ABA8C8B0329D}" vid="{F817975E-C17C-4D9C-BFAB-0CAE7DF79AE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SECQUOIA Template</Template>
  <TotalTime>80</TotalTime>
  <Words>78</Words>
  <Application>Microsoft Office PowerPoint</Application>
  <PresentationFormat>Widescreen</PresentationFormat>
  <Paragraphs>15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Arial</vt:lpstr>
      <vt:lpstr>Roboto</vt:lpstr>
      <vt:lpstr>Roboto Medium</vt:lpstr>
      <vt:lpstr>Tema de Office</vt:lpstr>
      <vt:lpstr>PowerPoint Presentation</vt:lpstr>
      <vt:lpstr>1/28/2026</vt:lpstr>
      <vt:lpstr>1/28/2026</vt:lpstr>
      <vt:lpstr>1/28/2026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David Esteban Bernal Neira</dc:creator>
  <cp:lastModifiedBy>Anurag Ramesh</cp:lastModifiedBy>
  <cp:revision>6</cp:revision>
  <dcterms:created xsi:type="dcterms:W3CDTF">2024-05-14T15:14:05Z</dcterms:created>
  <dcterms:modified xsi:type="dcterms:W3CDTF">2026-01-28T18:28:02Z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4044bd30-2ed7-4c9d-9d12-46200872a97b_Enabled">
    <vt:lpwstr>true</vt:lpwstr>
  </property>
  <property fmtid="{D5CDD505-2E9C-101B-9397-08002B2CF9AE}" pid="3" name="MSIP_Label_4044bd30-2ed7-4c9d-9d12-46200872a97b_SetDate">
    <vt:lpwstr>2024-05-14T15:16:08Z</vt:lpwstr>
  </property>
  <property fmtid="{D5CDD505-2E9C-101B-9397-08002B2CF9AE}" pid="4" name="MSIP_Label_4044bd30-2ed7-4c9d-9d12-46200872a97b_Method">
    <vt:lpwstr>Standard</vt:lpwstr>
  </property>
  <property fmtid="{D5CDD505-2E9C-101B-9397-08002B2CF9AE}" pid="5" name="MSIP_Label_4044bd30-2ed7-4c9d-9d12-46200872a97b_Name">
    <vt:lpwstr>defa4170-0d19-0005-0004-bc88714345d2</vt:lpwstr>
  </property>
  <property fmtid="{D5CDD505-2E9C-101B-9397-08002B2CF9AE}" pid="6" name="MSIP_Label_4044bd30-2ed7-4c9d-9d12-46200872a97b_SiteId">
    <vt:lpwstr>4130bd39-7c53-419c-b1e5-8758d6d63f21</vt:lpwstr>
  </property>
  <property fmtid="{D5CDD505-2E9C-101B-9397-08002B2CF9AE}" pid="7" name="MSIP_Label_4044bd30-2ed7-4c9d-9d12-46200872a97b_ActionId">
    <vt:lpwstr>291248ab-e34b-409d-85c8-a3aa4f704314</vt:lpwstr>
  </property>
  <property fmtid="{D5CDD505-2E9C-101B-9397-08002B2CF9AE}" pid="8" name="MSIP_Label_4044bd30-2ed7-4c9d-9d12-46200872a97b_ContentBits">
    <vt:lpwstr>0</vt:lpwstr>
  </property>
</Properties>
</file>